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6" r:id="rId10"/>
    <p:sldId id="262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54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8/1/2016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Analise e desenvolvimento de sistemas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Ministro aulas na Fatec Ipiranga e Fatec São Caetano do Sul</a:t>
            </a:r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Ferramentas Web</a:t>
            </a:r>
            <a:endParaRPr lang="pt-BR" dirty="0" smtClean="0"/>
          </a:p>
          <a:p>
            <a:r>
              <a:rPr lang="pt-BR" dirty="0" smtClean="0"/>
              <a:t>Especialista </a:t>
            </a:r>
            <a:r>
              <a:rPr lang="pt-BR" dirty="0" smtClean="0"/>
              <a:t>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www.norton.net.br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 smtClean="0"/>
              <a:t>Norton.glaser@fatec.sp.gov.br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Segunda das 17:00 as 22:40</a:t>
            </a:r>
          </a:p>
          <a:p>
            <a:pPr lvl="1"/>
            <a:r>
              <a:rPr lang="pt-BR" dirty="0" smtClean="0"/>
              <a:t>Quinta das 17:00 as 22:40</a:t>
            </a:r>
          </a:p>
          <a:p>
            <a:pPr lvl="1"/>
            <a:r>
              <a:rPr lang="pt-BR" dirty="0" smtClean="0"/>
              <a:t>Sábado das 08:00 as 11:40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1 aula – aula teórica</a:t>
            </a:r>
          </a:p>
          <a:p>
            <a:r>
              <a:rPr lang="pt-BR" dirty="0" smtClean="0"/>
              <a:t>2 aula – atividade pratica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80 aulas no semestre, 4 aulas por dia</a:t>
            </a:r>
          </a:p>
          <a:p>
            <a:r>
              <a:rPr lang="pt-BR" dirty="0" smtClean="0"/>
              <a:t>16 faltas ou 4 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Primeira Chamada as 20:00 (09:00 Sábados)</a:t>
            </a:r>
          </a:p>
          <a:p>
            <a:pPr lvl="1"/>
            <a:r>
              <a:rPr lang="pt-BR" dirty="0" smtClean="0"/>
              <a:t>Segunda Chamada as 21:50 (10:30 Sábados)</a:t>
            </a:r>
          </a:p>
          <a:p>
            <a:r>
              <a:rPr lang="pt-BR" dirty="0" smtClean="0"/>
              <a:t>Vespertino</a:t>
            </a:r>
          </a:p>
          <a:p>
            <a:pPr lvl="1"/>
            <a:r>
              <a:rPr lang="pt-BR" dirty="0" smtClean="0"/>
              <a:t>Chamada as 18:00</a:t>
            </a:r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PWEB - Tarde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Aula de Quinta Feira (Teórica) Chamada as 18:00.</a:t>
            </a:r>
          </a:p>
          <a:p>
            <a:r>
              <a:rPr lang="pt-BR" dirty="0" smtClean="0"/>
              <a:t>Aula de Segunda Feira (Pratica) Chamada Entrega de Atividade.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0551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4294967295"/>
          </p:nvPr>
        </p:nvSpPr>
        <p:spPr>
          <a:xfrm>
            <a:off x="467544" y="260648"/>
            <a:ext cx="8676456" cy="6336704"/>
          </a:xfrm>
        </p:spPr>
        <p:txBody>
          <a:bodyPr>
            <a:normAutofit fontScale="47500" lnSpcReduction="20000"/>
          </a:bodyPr>
          <a:lstStyle/>
          <a:p>
            <a:r>
              <a:rPr lang="pt-BR" dirty="0" smtClean="0"/>
              <a:t>1 </a:t>
            </a:r>
            <a:r>
              <a:rPr lang="pt-BR" dirty="0"/>
              <a:t>Apresentação da disciplina, conceitos e arquitetura -&gt; historia, topologia, servidor DNS, DMZ, serviços </a:t>
            </a:r>
            <a:r>
              <a:rPr lang="pt-BR" dirty="0" smtClean="0"/>
              <a:t>TCP, servidor </a:t>
            </a:r>
            <a:r>
              <a:rPr lang="pt-BR" dirty="0"/>
              <a:t>de aplicação, funcionamento dos </a:t>
            </a:r>
            <a:r>
              <a:rPr lang="pt-BR" dirty="0" err="1"/>
              <a:t>navegores</a:t>
            </a:r>
            <a:endParaRPr lang="pt-BR" dirty="0"/>
          </a:p>
          <a:p>
            <a:r>
              <a:rPr lang="pt-BR" dirty="0"/>
              <a:t> </a:t>
            </a:r>
            <a:endParaRPr lang="pt-BR" dirty="0" smtClean="0"/>
          </a:p>
          <a:p>
            <a:r>
              <a:rPr lang="pt-BR" dirty="0" smtClean="0"/>
              <a:t>2 </a:t>
            </a:r>
            <a:r>
              <a:rPr lang="pt-BR" dirty="0"/>
              <a:t>Páginas Estáticas HTML -&gt; </a:t>
            </a:r>
            <a:r>
              <a:rPr lang="pt-BR" dirty="0" err="1"/>
              <a:t>Tags</a:t>
            </a:r>
            <a:r>
              <a:rPr lang="pt-BR" dirty="0"/>
              <a:t> de estrutura, formatação e </a:t>
            </a:r>
            <a:r>
              <a:rPr lang="pt-BR" dirty="0" err="1"/>
              <a:t>formulaio</a:t>
            </a:r>
            <a:r>
              <a:rPr lang="pt-BR" dirty="0"/>
              <a:t>(Reposição dia 7/3/2015)</a:t>
            </a:r>
          </a:p>
          <a:p>
            <a:endParaRPr lang="pt-BR" dirty="0" smtClean="0"/>
          </a:p>
          <a:p>
            <a:r>
              <a:rPr lang="pt-BR" dirty="0" smtClean="0"/>
              <a:t>3 </a:t>
            </a:r>
            <a:r>
              <a:rPr lang="pt-BR" dirty="0"/>
              <a:t>CSS folha de estilo -&gt; folhas de estilo, seletor por </a:t>
            </a:r>
            <a:r>
              <a:rPr lang="pt-BR" dirty="0" err="1"/>
              <a:t>tag</a:t>
            </a:r>
            <a:r>
              <a:rPr lang="pt-BR" dirty="0"/>
              <a:t>, por id e por </a:t>
            </a:r>
            <a:r>
              <a:rPr lang="pt-BR" dirty="0" err="1"/>
              <a:t>excessãosobreposição</a:t>
            </a:r>
            <a:r>
              <a:rPr lang="pt-BR" dirty="0"/>
              <a:t> de estilos,</a:t>
            </a:r>
          </a:p>
          <a:p>
            <a:r>
              <a:rPr lang="pt-BR" dirty="0" err="1"/>
              <a:t>cascasta</a:t>
            </a:r>
            <a:r>
              <a:rPr lang="pt-BR" dirty="0"/>
              <a:t> e herança de estilos</a:t>
            </a:r>
          </a:p>
          <a:p>
            <a:endParaRPr lang="pt-BR" dirty="0" smtClean="0"/>
          </a:p>
          <a:p>
            <a:r>
              <a:rPr lang="pt-BR" dirty="0" smtClean="0"/>
              <a:t>4 </a:t>
            </a:r>
            <a:r>
              <a:rPr lang="pt-BR" dirty="0"/>
              <a:t>Linguagens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- </a:t>
            </a:r>
            <a:r>
              <a:rPr lang="pt-BR" dirty="0" err="1"/>
              <a:t>Javascript</a:t>
            </a:r>
            <a:r>
              <a:rPr lang="pt-BR" dirty="0"/>
              <a:t> -&gt; estrutura, criação de </a:t>
            </a:r>
            <a:r>
              <a:rPr lang="pt-BR" dirty="0" err="1"/>
              <a:t>variaveis</a:t>
            </a:r>
            <a:r>
              <a:rPr lang="pt-BR" dirty="0"/>
              <a:t>, acesso aos objetos, validação de</a:t>
            </a:r>
          </a:p>
          <a:p>
            <a:r>
              <a:rPr lang="pt-BR" dirty="0" err="1"/>
              <a:t>formularios</a:t>
            </a:r>
            <a:r>
              <a:rPr lang="pt-BR" dirty="0"/>
              <a:t>, alertas e avisos</a:t>
            </a:r>
          </a:p>
          <a:p>
            <a:endParaRPr lang="pt-BR" dirty="0" smtClean="0"/>
          </a:p>
          <a:p>
            <a:r>
              <a:rPr lang="pt-BR" dirty="0" smtClean="0"/>
              <a:t>5 </a:t>
            </a:r>
            <a:r>
              <a:rPr lang="pt-BR" dirty="0"/>
              <a:t>Linguagens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- </a:t>
            </a:r>
            <a:r>
              <a:rPr lang="pt-BR" dirty="0" err="1"/>
              <a:t>Jquery</a:t>
            </a:r>
            <a:r>
              <a:rPr lang="pt-BR" dirty="0"/>
              <a:t> -&gt; seletores, eventos, manipulação de objetos, animações e </a:t>
            </a:r>
            <a:r>
              <a:rPr lang="pt-BR" dirty="0" err="1"/>
              <a:t>transiçoes</a:t>
            </a:r>
            <a:endParaRPr lang="pt-BR" dirty="0"/>
          </a:p>
          <a:p>
            <a:r>
              <a:rPr lang="pt-BR" dirty="0"/>
              <a:t> </a:t>
            </a:r>
            <a:endParaRPr lang="pt-BR" dirty="0" smtClean="0"/>
          </a:p>
          <a:p>
            <a:r>
              <a:rPr lang="pt-BR" dirty="0" smtClean="0"/>
              <a:t>6 </a:t>
            </a:r>
            <a:r>
              <a:rPr lang="pt-BR" dirty="0"/>
              <a:t>html5 e css3 -&gt; principais diferenças e </a:t>
            </a:r>
            <a:r>
              <a:rPr lang="pt-BR" dirty="0" err="1"/>
              <a:t>caracteristicas</a:t>
            </a:r>
            <a:endParaRPr lang="pt-BR" dirty="0"/>
          </a:p>
          <a:p>
            <a:r>
              <a:rPr lang="pt-BR" dirty="0"/>
              <a:t> </a:t>
            </a:r>
            <a:endParaRPr lang="pt-BR" dirty="0" smtClean="0"/>
          </a:p>
          <a:p>
            <a:r>
              <a:rPr lang="pt-BR" dirty="0" smtClean="0"/>
              <a:t>7 </a:t>
            </a:r>
            <a:r>
              <a:rPr lang="pt-BR" dirty="0"/>
              <a:t>Páginas Dinâmicas - objetos, atributos e eventos -&gt; Conceitos de Páginas Dinâmicas, Objetos, atributos e eventos</a:t>
            </a:r>
          </a:p>
          <a:p>
            <a:r>
              <a:rPr lang="pt-BR" dirty="0"/>
              <a:t>com ASP.NET apresentação da ferramenta Visual Studio</a:t>
            </a:r>
          </a:p>
          <a:p>
            <a:endParaRPr lang="pt-BR" dirty="0" smtClean="0"/>
          </a:p>
          <a:p>
            <a:r>
              <a:rPr lang="pt-BR" dirty="0" smtClean="0"/>
              <a:t>8 </a:t>
            </a:r>
            <a:r>
              <a:rPr lang="pt-BR" dirty="0"/>
              <a:t>Páginas Dinâmicas - Navegabilidade -&gt; Vista de Prova P1 Navegabilidade, </a:t>
            </a:r>
            <a:r>
              <a:rPr lang="pt-BR" dirty="0" err="1"/>
              <a:t>Request</a:t>
            </a:r>
            <a:r>
              <a:rPr lang="pt-BR" dirty="0"/>
              <a:t>, Response, </a:t>
            </a:r>
            <a:r>
              <a:rPr lang="pt-BR" dirty="0" err="1"/>
              <a:t>Session</a:t>
            </a:r>
            <a:r>
              <a:rPr lang="pt-BR" dirty="0"/>
              <a:t>, 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smtClean="0"/>
              <a:t>e cookies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9 </a:t>
            </a:r>
            <a:r>
              <a:rPr lang="pt-BR" dirty="0"/>
              <a:t>Projeto em Laboratório - Revisão -&gt; projeto integrado, realizado em laboratório</a:t>
            </a:r>
          </a:p>
          <a:p>
            <a:endParaRPr lang="pt-BR" dirty="0" smtClean="0"/>
          </a:p>
          <a:p>
            <a:r>
              <a:rPr lang="pt-BR" dirty="0" smtClean="0"/>
              <a:t>10 </a:t>
            </a:r>
            <a:r>
              <a:rPr lang="pt-BR" dirty="0"/>
              <a:t>Prova p1 -&gt; aplicação de prova </a:t>
            </a:r>
            <a:r>
              <a:rPr lang="pt-BR" dirty="0" smtClean="0"/>
              <a:t>p1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2757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 11 Validação de formulários e envio de e-mails -&gt; Validação de formulários e envio de </a:t>
            </a:r>
            <a:r>
              <a:rPr lang="pt-BR" dirty="0" err="1"/>
              <a:t>e-mailsFACULDADE</a:t>
            </a:r>
            <a:r>
              <a:rPr lang="pt-BR" dirty="0"/>
              <a:t> DE TECNOLOGIA DO IPIRANGA</a:t>
            </a:r>
          </a:p>
          <a:p>
            <a:r>
              <a:rPr lang="pt-BR" dirty="0"/>
              <a:t>Plano de Ensino</a:t>
            </a:r>
          </a:p>
          <a:p>
            <a:r>
              <a:rPr lang="pt-BR" dirty="0"/>
              <a:t> 12 Páginas </a:t>
            </a:r>
            <a:r>
              <a:rPr lang="pt-BR" dirty="0" err="1"/>
              <a:t>Dinamicas</a:t>
            </a:r>
            <a:r>
              <a:rPr lang="pt-BR" dirty="0"/>
              <a:t> - CRUD -&gt; Integração com BD – 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Read</a:t>
            </a:r>
            <a:r>
              <a:rPr lang="pt-BR" dirty="0"/>
              <a:t> Update Delete</a:t>
            </a:r>
          </a:p>
          <a:p>
            <a:r>
              <a:rPr lang="pt-BR" dirty="0"/>
              <a:t> 13 Páginas Dinâmicas - Integração com BD -&gt; </a:t>
            </a:r>
            <a:r>
              <a:rPr lang="pt-BR" dirty="0" err="1"/>
              <a:t>Bind</a:t>
            </a:r>
            <a:r>
              <a:rPr lang="pt-BR" dirty="0"/>
              <a:t> de Objetos, listas, relatórios</a:t>
            </a:r>
          </a:p>
          <a:p>
            <a:r>
              <a:rPr lang="pt-BR" dirty="0"/>
              <a:t> 14 Ajax -&gt; utilização de </a:t>
            </a:r>
            <a:r>
              <a:rPr lang="pt-BR" dirty="0" err="1"/>
              <a:t>ajax</a:t>
            </a:r>
            <a:r>
              <a:rPr lang="pt-BR" dirty="0"/>
              <a:t> para páginas </a:t>
            </a:r>
            <a:r>
              <a:rPr lang="pt-BR" dirty="0" err="1"/>
              <a:t>dinamicas</a:t>
            </a:r>
            <a:endParaRPr lang="pt-BR" dirty="0"/>
          </a:p>
          <a:p>
            <a:r>
              <a:rPr lang="pt-BR" dirty="0"/>
              <a:t> 15 Webservices -&gt; publicação e utilização de webservices</a:t>
            </a:r>
          </a:p>
          <a:p>
            <a:r>
              <a:rPr lang="pt-BR" dirty="0"/>
              <a:t> 16 Servidor de Aplicação -&gt; Configuração e instalação</a:t>
            </a:r>
          </a:p>
          <a:p>
            <a:r>
              <a:rPr lang="pt-BR" dirty="0"/>
              <a:t> 17 Trabalho pratico em laboratório -&gt; Trabalho pratico em </a:t>
            </a:r>
            <a:r>
              <a:rPr lang="pt-BR" dirty="0" err="1"/>
              <a:t>laboratórioVista</a:t>
            </a:r>
            <a:r>
              <a:rPr lang="pt-BR" dirty="0"/>
              <a:t> e correção de Prova</a:t>
            </a:r>
          </a:p>
          <a:p>
            <a:r>
              <a:rPr lang="pt-BR" dirty="0"/>
              <a:t> 18 Prova P2 -&gt; aplicação de prova p2</a:t>
            </a:r>
          </a:p>
          <a:p>
            <a:r>
              <a:rPr lang="pt-BR" dirty="0"/>
              <a:t> 19 Vista de Prova -&gt; vista de prova P3</a:t>
            </a:r>
          </a:p>
          <a:p>
            <a:r>
              <a:rPr lang="pt-BR" dirty="0"/>
              <a:t> 20 Prova P3 -&gt; aplicação de prova p3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03135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52</TotalTime>
  <Words>600</Words>
  <Application>Microsoft Office PowerPoint</Application>
  <PresentationFormat>Apresentação na tela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Tw Cen MT</vt:lpstr>
      <vt:lpstr>Wingdings</vt:lpstr>
      <vt:lpstr>Wingdings 2</vt:lpstr>
      <vt:lpstr>Mediano</vt:lpstr>
      <vt:lpstr>Fatec</vt:lpstr>
      <vt:lpstr>Prof. Norton Glaser</vt:lpstr>
      <vt:lpstr>www.norton.net.br</vt:lpstr>
      <vt:lpstr>Norton.glaser@fatec.sp.gov.br</vt:lpstr>
      <vt:lpstr>Contato</vt:lpstr>
      <vt:lpstr>Dinâmica da aula</vt:lpstr>
      <vt:lpstr>Avaliação</vt:lpstr>
      <vt:lpstr>Faltas e Chamada</vt:lpstr>
      <vt:lpstr>PWEB - Tarde</vt:lpstr>
      <vt:lpstr>Faltas e Chamada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Professor</cp:lastModifiedBy>
  <cp:revision>10</cp:revision>
  <dcterms:created xsi:type="dcterms:W3CDTF">2014-01-27T15:41:35Z</dcterms:created>
  <dcterms:modified xsi:type="dcterms:W3CDTF">2016-08-01T20:05:21Z</dcterms:modified>
</cp:coreProperties>
</file>