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58" r:id="rId4"/>
    <p:sldId id="263" r:id="rId5"/>
    <p:sldId id="265" r:id="rId6"/>
    <p:sldId id="259" r:id="rId7"/>
    <p:sldId id="260" r:id="rId8"/>
    <p:sldId id="261" r:id="rId9"/>
    <p:sldId id="262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9A32A74D-5257-4133-97A4-C8ABEBB13DFA}" type="datetimeFigureOut">
              <a:rPr lang="en-US" smtClean="0"/>
              <a:pPr/>
              <a:t>2/4/2016</a:t>
            </a:fld>
            <a:endParaRPr lang="en-US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2/4/2016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2/4/2016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9A32A74D-5257-4133-97A4-C8ABEBB13DFA}" type="datetimeFigureOut">
              <a:rPr lang="en-US" smtClean="0"/>
              <a:pPr/>
              <a:t>2/4/2016</a:t>
            </a:fld>
            <a:endParaRPr lang="en-US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9A32A74D-5257-4133-97A4-C8ABEBB13DFA}" type="datetimeFigureOut">
              <a:rPr lang="en-US" smtClean="0"/>
              <a:pPr/>
              <a:t>2/4/2016</a:t>
            </a:fld>
            <a:endParaRPr lang="en-US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2/4/2016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2/4/2016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2/4/2016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9A32A74D-5257-4133-97A4-C8ABEBB13DFA}" type="datetimeFigureOut">
              <a:rPr lang="en-US" smtClean="0"/>
              <a:pPr/>
              <a:t>2/4/2016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2/4/2016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9A32A74D-5257-4133-97A4-C8ABEBB13DFA}" type="datetimeFigureOut">
              <a:rPr lang="en-US" smtClean="0"/>
              <a:pPr/>
              <a:t>2/4/2016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A32A74D-5257-4133-97A4-C8ABEBB13DFA}" type="datetimeFigureOut">
              <a:rPr lang="en-US" smtClean="0"/>
              <a:pPr/>
              <a:t>2/4/2016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Fatec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GECOM – Sistema  </a:t>
            </a:r>
            <a:r>
              <a:rPr lang="pt-BR" smtClean="0"/>
              <a:t>de informação </a:t>
            </a:r>
            <a:r>
              <a:rPr lang="pt-BR" dirty="0" smtClean="0"/>
              <a:t>financeira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Prof. Norton Glaser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Formado pela UNICAMP </a:t>
            </a:r>
          </a:p>
          <a:p>
            <a:r>
              <a:rPr lang="pt-BR" dirty="0" smtClean="0"/>
              <a:t>Professor universitário desde 2005</a:t>
            </a:r>
          </a:p>
          <a:p>
            <a:r>
              <a:rPr lang="pt-BR" dirty="0" smtClean="0"/>
              <a:t>Ministro aulas na Fatec Ipiranga e Fatec São Caetano do Sul</a:t>
            </a:r>
          </a:p>
          <a:p>
            <a:pPr lvl="1"/>
            <a:r>
              <a:rPr lang="pt-BR" dirty="0" smtClean="0"/>
              <a:t>Algoritmos</a:t>
            </a:r>
          </a:p>
          <a:p>
            <a:pPr lvl="1"/>
            <a:r>
              <a:rPr lang="pt-BR" dirty="0" smtClean="0"/>
              <a:t>Programação Web</a:t>
            </a:r>
          </a:p>
          <a:p>
            <a:pPr lvl="1"/>
            <a:r>
              <a:rPr lang="pt-BR" dirty="0" smtClean="0"/>
              <a:t>Informática aplicada a gestão </a:t>
            </a:r>
          </a:p>
          <a:p>
            <a:r>
              <a:rPr lang="pt-BR" dirty="0" smtClean="0"/>
              <a:t>Especialista em programação,  integração  de sistemas e web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pt-BR" sz="4400" b="1" dirty="0" smtClean="0"/>
              <a:t>www.norton.net.br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Material</a:t>
            </a:r>
          </a:p>
          <a:p>
            <a:r>
              <a:rPr lang="pt-BR" dirty="0" smtClean="0"/>
              <a:t>Atividades</a:t>
            </a:r>
          </a:p>
          <a:p>
            <a:r>
              <a:rPr lang="pt-BR" dirty="0" smtClean="0"/>
              <a:t>Links</a:t>
            </a:r>
          </a:p>
          <a:p>
            <a:pPr lvl="1">
              <a:buNone/>
            </a:pPr>
            <a:endParaRPr lang="pt-B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l" rtl="0">
              <a:spcBef>
                <a:spcPct val="0"/>
              </a:spcBef>
            </a:pPr>
            <a:r>
              <a:rPr lang="pt-BR" sz="3600" b="1" dirty="0" smtClean="0"/>
              <a:t>Norton.glaser@fatec.sp.gov.br</a:t>
            </a:r>
            <a:endParaRPr lang="pt-BR" sz="2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pt-BR" dirty="0" smtClean="0"/>
              <a:t>Duvidas</a:t>
            </a:r>
          </a:p>
          <a:p>
            <a:pPr lvl="1"/>
            <a:r>
              <a:rPr lang="pt-BR" dirty="0" smtClean="0"/>
              <a:t>Sugestões</a:t>
            </a:r>
          </a:p>
          <a:p>
            <a:pPr lvl="1"/>
            <a:r>
              <a:rPr lang="pt-BR" dirty="0" smtClean="0"/>
              <a:t>Criticas</a:t>
            </a:r>
          </a:p>
          <a:p>
            <a:pPr lvl="1"/>
            <a:r>
              <a:rPr lang="pt-BR" dirty="0" smtClean="0"/>
              <a:t>Envio de atividades e trabalhos</a:t>
            </a:r>
          </a:p>
          <a:p>
            <a:pPr lvl="1"/>
            <a:r>
              <a:rPr lang="pt-BR" dirty="0" smtClean="0"/>
              <a:t>Aviso prévio de ausência</a:t>
            </a:r>
          </a:p>
          <a:p>
            <a:pPr lvl="1"/>
            <a:r>
              <a:rPr lang="pt-BR" dirty="0" smtClean="0"/>
              <a:t>TCC</a:t>
            </a:r>
          </a:p>
          <a:p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Contato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Dias na faculdade</a:t>
            </a:r>
          </a:p>
          <a:p>
            <a:pPr lvl="1"/>
            <a:r>
              <a:rPr lang="pt-BR" dirty="0" smtClean="0"/>
              <a:t>Segunda das 17:00 as 22:40</a:t>
            </a:r>
          </a:p>
          <a:p>
            <a:pPr lvl="1"/>
            <a:r>
              <a:rPr lang="pt-BR" dirty="0" smtClean="0"/>
              <a:t>Quinta das 08:00 as 09:40 e das 17:00 as 22:40</a:t>
            </a:r>
          </a:p>
          <a:p>
            <a:pPr lvl="1"/>
            <a:r>
              <a:rPr lang="pt-BR" dirty="0" smtClean="0"/>
              <a:t>Sábado das 08:00 as 11:40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Dinâmica da aula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Aula teórica/ pratica</a:t>
            </a:r>
          </a:p>
          <a:p>
            <a:pPr>
              <a:buNone/>
            </a:pPr>
            <a:endParaRPr lang="pt-BR" dirty="0" smtClean="0"/>
          </a:p>
          <a:p>
            <a:r>
              <a:rPr lang="pt-BR" dirty="0" smtClean="0"/>
              <a:t>Atividade pratica (20% da nota do bimestre) – deve ser entregue e pode ser realizada em duplas.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Avaliação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 smtClean="0"/>
              <a:t>P1</a:t>
            </a:r>
          </a:p>
          <a:p>
            <a:pPr lvl="1"/>
            <a:r>
              <a:rPr lang="pt-BR" dirty="0" smtClean="0"/>
              <a:t>20% Soma das atividades realizadas em sala de aula no bimestre.</a:t>
            </a:r>
          </a:p>
          <a:p>
            <a:pPr lvl="1"/>
            <a:r>
              <a:rPr lang="pt-BR" dirty="0" smtClean="0"/>
              <a:t>80% Prova bimestral com consulta ao próprio material.</a:t>
            </a:r>
          </a:p>
          <a:p>
            <a:r>
              <a:rPr lang="pt-BR" dirty="0" smtClean="0"/>
              <a:t>P2</a:t>
            </a:r>
          </a:p>
          <a:p>
            <a:pPr lvl="1"/>
            <a:r>
              <a:rPr lang="pt-BR" dirty="0" smtClean="0"/>
              <a:t>20% Soma das atividades realizadas em sala de aula no bimestre.</a:t>
            </a:r>
          </a:p>
          <a:p>
            <a:pPr lvl="1"/>
            <a:r>
              <a:rPr lang="pt-BR" dirty="0" smtClean="0"/>
              <a:t>80% Prova bimestral com consulta ao próprio material.</a:t>
            </a:r>
          </a:p>
          <a:p>
            <a:r>
              <a:rPr lang="pt-BR" dirty="0" smtClean="0"/>
              <a:t>P3</a:t>
            </a:r>
          </a:p>
          <a:p>
            <a:pPr lvl="1"/>
            <a:r>
              <a:rPr lang="pt-BR" dirty="0" smtClean="0"/>
              <a:t>100% Prova sem consulta contemplando todo o conteúdo do semestre.</a:t>
            </a: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Faltas e Chamada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Maximo de 25% de faltas</a:t>
            </a:r>
          </a:p>
          <a:p>
            <a:r>
              <a:rPr lang="pt-BR" dirty="0" smtClean="0"/>
              <a:t>40 aulas no semestre, 2 aulas por dia</a:t>
            </a:r>
          </a:p>
          <a:p>
            <a:r>
              <a:rPr lang="pt-BR" dirty="0" smtClean="0"/>
              <a:t>8 faltas ou 4 dias no semestre</a:t>
            </a:r>
          </a:p>
          <a:p>
            <a:r>
              <a:rPr lang="pt-BR" dirty="0" smtClean="0"/>
              <a:t>Noturno</a:t>
            </a:r>
          </a:p>
          <a:p>
            <a:pPr lvl="1"/>
            <a:r>
              <a:rPr lang="pt-BR" dirty="0" smtClean="0"/>
              <a:t>Chamada as 09:00</a:t>
            </a:r>
          </a:p>
          <a:p>
            <a:pPr>
              <a:buNone/>
            </a:pPr>
            <a:endParaRPr lang="pt-BR" dirty="0" smtClean="0"/>
          </a:p>
          <a:p>
            <a:endParaRPr lang="pt-BR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Faltas e Chamada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Faltas serão abonadas caso comunicadas com antecedência, por e-mail com justificativas plausíveis.</a:t>
            </a:r>
          </a:p>
          <a:p>
            <a:pPr lvl="1"/>
            <a:r>
              <a:rPr lang="pt-BR" dirty="0" smtClean="0"/>
              <a:t>Questões de Saúde.</a:t>
            </a:r>
          </a:p>
          <a:p>
            <a:pPr lvl="1"/>
            <a:r>
              <a:rPr lang="pt-BR" dirty="0" smtClean="0"/>
              <a:t>Problemas eventuais no trabalho.</a:t>
            </a:r>
          </a:p>
          <a:p>
            <a:pPr lvl="1"/>
            <a:r>
              <a:rPr lang="pt-BR" dirty="0" smtClean="0"/>
              <a:t>Cursos na área, comprovados com certificados.</a:t>
            </a:r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55</TotalTime>
  <Words>240</Words>
  <Application>Microsoft Office PowerPoint</Application>
  <PresentationFormat>Apresentação na tela (4:3)</PresentationFormat>
  <Paragraphs>51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0" baseType="lpstr">
      <vt:lpstr>Mediano</vt:lpstr>
      <vt:lpstr>Fatec</vt:lpstr>
      <vt:lpstr>Prof. Norton Glaser</vt:lpstr>
      <vt:lpstr>www.norton.net.br</vt:lpstr>
      <vt:lpstr>Norton.glaser@fatec.sp.gov.br</vt:lpstr>
      <vt:lpstr>Contato</vt:lpstr>
      <vt:lpstr>Dinâmica da aula</vt:lpstr>
      <vt:lpstr>Avaliação</vt:lpstr>
      <vt:lpstr>Faltas e Chamada</vt:lpstr>
      <vt:lpstr>Faltas e Chamada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Fatec</dc:title>
  <dc:creator>Norton Barros Glaser</dc:creator>
  <cp:lastModifiedBy>professor</cp:lastModifiedBy>
  <cp:revision>13</cp:revision>
  <dcterms:created xsi:type="dcterms:W3CDTF">2014-01-27T15:41:35Z</dcterms:created>
  <dcterms:modified xsi:type="dcterms:W3CDTF">2016-02-04T10:32:09Z</dcterms:modified>
</cp:coreProperties>
</file>