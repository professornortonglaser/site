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96" r:id="rId4"/>
    <p:sldId id="277" r:id="rId5"/>
    <p:sldId id="265" r:id="rId6"/>
    <p:sldId id="281" r:id="rId7"/>
    <p:sldId id="295" r:id="rId8"/>
    <p:sldId id="299" r:id="rId9"/>
    <p:sldId id="282" r:id="rId10"/>
    <p:sldId id="298" r:id="rId11"/>
    <p:sldId id="300" r:id="rId12"/>
    <p:sldId id="301" r:id="rId13"/>
    <p:sldId id="302" r:id="rId14"/>
    <p:sldId id="303" r:id="rId15"/>
    <p:sldId id="304" r:id="rId16"/>
    <p:sldId id="30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390" y="-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POO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Associação, Agregação e Composição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Associação, Agregação e Composição são tipos de relacionamentos entre objetos de tipos diferentes dentro do POO.</a:t>
            </a:r>
          </a:p>
          <a:p>
            <a:r>
              <a:rPr lang="pt-BR" dirty="0"/>
              <a:t>São idealizados para compor uma estrutura de dados complexa ou simplesmente direcionar o fluxo de um processamento.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644F2-AA60-4F1F-9670-D9E2786F3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que é</a:t>
            </a:r>
          </a:p>
        </p:txBody>
      </p:sp>
      <p:pic>
        <p:nvPicPr>
          <p:cNvPr id="3074" name="Picture 2" descr="Relação">
            <a:extLst>
              <a:ext uri="{FF2B5EF4-FFF2-40B4-BE49-F238E27FC236}">
                <a16:creationId xmlns:a16="http://schemas.microsoft.com/office/drawing/2014/main" id="{F5C6C832-0E8A-4A3C-8554-740163DC2AED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9625" y="2132013"/>
            <a:ext cx="348615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9544C-0A18-4C33-9DB5-96D1753280D3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Uma </a:t>
            </a:r>
            <a:r>
              <a:rPr lang="en-US" sz="2800" dirty="0" err="1"/>
              <a:t>composição</a:t>
            </a:r>
            <a:r>
              <a:rPr lang="en-US" sz="2800" dirty="0"/>
              <a:t> </a:t>
            </a:r>
            <a:r>
              <a:rPr lang="en-US" sz="2800" dirty="0" err="1"/>
              <a:t>tem</a:t>
            </a:r>
            <a:r>
              <a:rPr lang="en-US" sz="2800" dirty="0"/>
              <a:t> um </a:t>
            </a:r>
            <a:r>
              <a:rPr lang="en-US" sz="2800" dirty="0" err="1"/>
              <a:t>nivel</a:t>
            </a:r>
            <a:r>
              <a:rPr lang="en-US" sz="2800" dirty="0"/>
              <a:t> de </a:t>
            </a:r>
            <a:r>
              <a:rPr lang="en-US" sz="2800" dirty="0" err="1"/>
              <a:t>acoplamento</a:t>
            </a:r>
            <a:r>
              <a:rPr lang="en-US" sz="2800" dirty="0"/>
              <a:t>(</a:t>
            </a:r>
            <a:r>
              <a:rPr lang="en-US" sz="2800" dirty="0" err="1"/>
              <a:t>depedencia</a:t>
            </a:r>
            <a:r>
              <a:rPr lang="en-US" sz="2800" dirty="0"/>
              <a:t>) </a:t>
            </a:r>
            <a:r>
              <a:rPr lang="en-US" sz="2800" dirty="0" err="1"/>
              <a:t>mais</a:t>
            </a:r>
            <a:r>
              <a:rPr lang="en-US" sz="2800" dirty="0"/>
              <a:t> alto.</a:t>
            </a:r>
          </a:p>
          <a:p>
            <a:pPr marL="0" indent="0">
              <a:buNone/>
            </a:pPr>
            <a:r>
              <a:rPr lang="en-US" sz="2800" dirty="0" err="1"/>
              <a:t>Depois</a:t>
            </a:r>
            <a:r>
              <a:rPr lang="en-US" sz="2800" dirty="0"/>
              <a:t> a </a:t>
            </a:r>
            <a:r>
              <a:rPr lang="en-US" sz="2800" dirty="0" err="1"/>
              <a:t>agregação</a:t>
            </a:r>
            <a:r>
              <a:rPr lang="en-US" sz="2800" dirty="0"/>
              <a:t> e por ultimo a </a:t>
            </a:r>
            <a:r>
              <a:rPr lang="en-US" sz="2800" dirty="0" err="1"/>
              <a:t>associação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977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17146-FA08-452F-90F7-CB10663D7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Associação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3B323-5942-47F4-AC55-5D3FFADAE54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pt-BR" sz="3200" dirty="0"/>
              <a:t>A associação entre dois objetos ocorre quando eles são completamente independentes entre si mas eventualmente está relacionados. </a:t>
            </a:r>
          </a:p>
          <a:p>
            <a:pPr lvl="2"/>
            <a:r>
              <a:rPr lang="pt-BR" sz="2800" dirty="0"/>
              <a:t>Ela pode ser considerada uma relação de muitos para muitos. </a:t>
            </a:r>
          </a:p>
          <a:p>
            <a:pPr lvl="2"/>
            <a:r>
              <a:rPr lang="pt-BR" sz="2800" dirty="0"/>
              <a:t>Não há propriedade (</a:t>
            </a:r>
            <a:r>
              <a:rPr lang="pt-BR" sz="2800" dirty="0" err="1"/>
              <a:t>ownership</a:t>
            </a:r>
            <a:r>
              <a:rPr lang="pt-BR" sz="2800" dirty="0"/>
              <a:t>) nem dependência entre eles. A relação é eventual.</a:t>
            </a:r>
          </a:p>
        </p:txBody>
      </p:sp>
    </p:spTree>
    <p:extLst>
      <p:ext uri="{BB962C8B-B14F-4D97-AF65-F5344CB8AC3E}">
        <p14:creationId xmlns:p14="http://schemas.microsoft.com/office/powerpoint/2010/main" val="533054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B4F6-BC84-45F2-9CC2-FCCEF3B9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81A47-4BC3-4778-9087-EDDA84C76FD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pt-BR" sz="2800" dirty="0"/>
              <a:t>Um exemplo é a relação entre um professor e alunos. </a:t>
            </a:r>
          </a:p>
          <a:p>
            <a:pPr lvl="2"/>
            <a:r>
              <a:rPr lang="pt-BR" sz="2400" dirty="0"/>
              <a:t>Um aluno pode ter vários professores e um professor pode ter vários alunos. </a:t>
            </a:r>
          </a:p>
          <a:p>
            <a:pPr lvl="2"/>
            <a:r>
              <a:rPr lang="pt-BR" sz="2400" dirty="0"/>
              <a:t>Um não depende do outro para existir. </a:t>
            </a:r>
          </a:p>
          <a:p>
            <a:pPr lvl="2"/>
            <a:r>
              <a:rPr lang="pt-BR" sz="2400" dirty="0"/>
              <a:t>Professores podem existir sem alunos e </a:t>
            </a:r>
            <a:r>
              <a:rPr lang="pt-BR" sz="2400" dirty="0" err="1"/>
              <a:t>e</a:t>
            </a:r>
            <a:r>
              <a:rPr lang="pt-BR" sz="2400" dirty="0"/>
              <a:t> alunos podem existir sem professores (pelo menos em requisitos normais).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46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ACF27-C105-4AA8-95A6-1A2962CBF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F5F5D-148E-4995-9C3E-AFF02AE88CB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Define responsabilidades entre duas classes. Implica que existem métodos que tratam desta responsabilidade.</a:t>
            </a:r>
            <a:endParaRPr lang="en-US" dirty="0"/>
          </a:p>
        </p:txBody>
      </p:sp>
      <p:pic>
        <p:nvPicPr>
          <p:cNvPr id="1026" name="Picture 2" descr="Associação">
            <a:extLst>
              <a:ext uri="{FF2B5EF4-FFF2-40B4-BE49-F238E27FC236}">
                <a16:creationId xmlns:a16="http://schemas.microsoft.com/office/drawing/2014/main" id="{DDB2A8A0-3E59-4F1F-B504-0D7517E3D67C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550" y="2933700"/>
            <a:ext cx="4052450" cy="990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8674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A9568-B263-4603-ADE5-A486AF625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Associação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69426-1981-403D-A9A6-A0F2F047F76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 </a:t>
            </a:r>
            <a:r>
              <a:rPr lang="en-US" dirty="0" err="1"/>
              <a:t>possivel</a:t>
            </a:r>
            <a:r>
              <a:rPr lang="en-US" dirty="0"/>
              <a:t> </a:t>
            </a:r>
            <a:r>
              <a:rPr lang="en-US" dirty="0" err="1"/>
              <a:t>definir</a:t>
            </a:r>
            <a:r>
              <a:rPr lang="en-US" dirty="0"/>
              <a:t> a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pt-BR" dirty="0"/>
              <a:t>Multiplicidade e direção.</a:t>
            </a:r>
          </a:p>
          <a:p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17CDBAD-5E4B-4CD1-8838-C13569A845CD}"/>
              </a:ext>
            </a:extLst>
          </p:cNvPr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248151284"/>
              </p:ext>
            </p:extLst>
          </p:nvPr>
        </p:nvGraphicFramePr>
        <p:xfrm>
          <a:off x="4845050" y="1589088"/>
          <a:ext cx="3886200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30368329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3329492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b="1" i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Tipos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1" i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769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Zero ou uma instância. A notação </a:t>
                      </a:r>
                      <a:r>
                        <a:rPr kumimoji="0" lang="pt-BR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n..m</a:t>
                      </a:r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indica n para m instâncias.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938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0..* </a:t>
                      </a:r>
                      <a:r>
                        <a:rPr kumimoji="0" lang="en-US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</a:t>
                      </a:r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Não existe limite para o número de instâncias.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488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Exatamente</a:t>
                      </a:r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uma</a:t>
                      </a:r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instância</a:t>
                      </a:r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493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1..*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Ao</a:t>
                      </a:r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menos</a:t>
                      </a:r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uma</a:t>
                      </a:r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instância</a:t>
                      </a:r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566317"/>
                  </a:ext>
                </a:extLst>
              </a:tr>
            </a:tbl>
          </a:graphicData>
        </a:graphic>
      </p:graphicFrame>
      <p:pic>
        <p:nvPicPr>
          <p:cNvPr id="2050" name="Picture 2" descr="http://www.dsc.ufcg.edu.br/~jacques/cursos/map/html/uml/diagramas/classes/images/associacao_papel.GIF">
            <a:extLst>
              <a:ext uri="{FF2B5EF4-FFF2-40B4-BE49-F238E27FC236}">
                <a16:creationId xmlns:a16="http://schemas.microsoft.com/office/drawing/2014/main" id="{FF618941-215E-41D7-94D7-E1ECACEF8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48" y="3212976"/>
            <a:ext cx="4541808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dsc.ufcg.edu.br/~jacques/cursos/map/html/uml/diagramas/classes/images/image014.gif">
            <a:extLst>
              <a:ext uri="{FF2B5EF4-FFF2-40B4-BE49-F238E27FC236}">
                <a16:creationId xmlns:a16="http://schemas.microsoft.com/office/drawing/2014/main" id="{1DBFC62A-B6CA-49A9-9ECA-3BCA75EEB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33" y="4782935"/>
            <a:ext cx="4595820" cy="799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945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C213-28F6-4120-B85D-9646B0427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Associação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9F6EC-3F40-4026-A9D6-D9EA4F39AE4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Associação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de 1 para 1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Empresa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contratar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Cliente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c1 = new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Cliente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c1.cadastrar();	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1CFA3-49F1-480E-A527-7ADC3A0CBB02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Associação de 1 para N</a:t>
            </a:r>
          </a:p>
          <a:p>
            <a:pPr marL="0" indent="0">
              <a:buNone/>
            </a:pPr>
            <a:endParaRPr lang="pt-B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Carro{</a:t>
            </a:r>
          </a:p>
          <a:p>
            <a:pPr marL="0" indent="0">
              <a:buNone/>
            </a:pPr>
            <a:endParaRPr lang="pt-B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contratar(){</a:t>
            </a:r>
          </a:p>
          <a:p>
            <a:pPr marL="0" indent="0">
              <a:buNone/>
            </a:pPr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sv-SE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List&lt;Rodas&gt; </a:t>
            </a:r>
            <a:r>
              <a:rPr lang="sv-S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lista = new </a:t>
            </a:r>
            <a:r>
              <a:rPr lang="sv-SE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ArrayList&lt;Rodas&gt;()</a:t>
            </a:r>
            <a:r>
              <a:rPr lang="sv-S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pt-B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Roda r1 = new Roda();</a:t>
            </a:r>
          </a:p>
          <a:p>
            <a:pPr marL="0" indent="0">
              <a:buNone/>
            </a:pPr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lista.</a:t>
            </a:r>
            <a:r>
              <a:rPr lang="pt-BR" sz="18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(r1);	</a:t>
            </a:r>
          </a:p>
          <a:p>
            <a:pPr marL="0" indent="0">
              <a:buNone/>
            </a:pPr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Roda r2 = new Roda();</a:t>
            </a:r>
          </a:p>
          <a:p>
            <a:pPr marL="0" indent="0">
              <a:buNone/>
            </a:pPr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lista.</a:t>
            </a:r>
            <a:r>
              <a:rPr lang="pt-BR" sz="18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(r2);	</a:t>
            </a:r>
          </a:p>
          <a:p>
            <a:pPr marL="0" indent="0">
              <a:buNone/>
            </a:pPr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255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E3649-4B97-4E17-8352-87C264FA7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E57E6-8112-4479-B407-D22E043885A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agregação não deixa de ser uma associação mas existe uma exclusividade e determinados objetos só podem se relacionar a um objeto específico. </a:t>
            </a:r>
          </a:p>
          <a:p>
            <a:pPr lvl="1"/>
            <a:r>
              <a:rPr lang="pt-BR" dirty="0"/>
              <a:t>É uma relação de um para muitos. </a:t>
            </a:r>
          </a:p>
          <a:p>
            <a:pPr lvl="1"/>
            <a:r>
              <a:rPr lang="pt-BR" dirty="0"/>
              <a:t>Um objeto é proprietário de outros mas não há dependência, então ambos podem existir mesmo que a relação não se estabeleça. </a:t>
            </a:r>
          </a:p>
        </p:txBody>
      </p:sp>
    </p:spTree>
    <p:extLst>
      <p:ext uri="{BB962C8B-B14F-4D97-AF65-F5344CB8AC3E}">
        <p14:creationId xmlns:p14="http://schemas.microsoft.com/office/powerpoint/2010/main" val="484935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3AFAB-5241-4D6E-8739-2F940DA6F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17156-2989-4B62-B584-C2F92F6DD2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Um exemplo é a relação entre os professores e os departamentos. </a:t>
            </a:r>
          </a:p>
          <a:p>
            <a:pPr lvl="1"/>
            <a:r>
              <a:rPr lang="pt-BR" dirty="0"/>
              <a:t>Departamentos podem ter vários professores. </a:t>
            </a:r>
          </a:p>
          <a:p>
            <a:pPr lvl="1"/>
            <a:r>
              <a:rPr lang="pt-BR" dirty="0"/>
              <a:t>E o professor só pode estar vinculado a um único departamento. </a:t>
            </a:r>
          </a:p>
          <a:p>
            <a:pPr lvl="1"/>
            <a:r>
              <a:rPr lang="pt-BR" dirty="0"/>
              <a:t>Mas eles são independentes. </a:t>
            </a:r>
          </a:p>
          <a:p>
            <a:pPr lvl="1"/>
            <a:r>
              <a:rPr lang="pt-BR" dirty="0"/>
              <a:t>Um professor pode existir sem vínculo com um departamento e este não depende de professores para existir.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895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AF95E-D484-4180-A53F-481877F6F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</a:t>
            </a:r>
            <a:endParaRPr lang="en-US" dirty="0"/>
          </a:p>
        </p:txBody>
      </p:sp>
      <p:pic>
        <p:nvPicPr>
          <p:cNvPr id="5122" name="Picture 2" descr="http://www.linhadecodigo.com.br/artigos/img_artigos/admilson_nogueira/uml_agregacao_1.jpg">
            <a:extLst>
              <a:ext uri="{FF2B5EF4-FFF2-40B4-BE49-F238E27FC236}">
                <a16:creationId xmlns:a16="http://schemas.microsoft.com/office/drawing/2014/main" id="{E5AF9BAF-2E34-4C9F-B60F-6EBB36119097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" y="1628800"/>
            <a:ext cx="4247384" cy="253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://www.linhadecodigo.com.br/artigos/img_artigos/admilson_nogueira/uml_agregacao_2.jpg">
            <a:extLst>
              <a:ext uri="{FF2B5EF4-FFF2-40B4-BE49-F238E27FC236}">
                <a16:creationId xmlns:a16="http://schemas.microsoft.com/office/drawing/2014/main" id="{36DAADAB-1833-4A33-80E6-DEE71D78A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" y="4293096"/>
            <a:ext cx="4247384" cy="253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677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7E645-6D34-41E0-A84D-C7AFCF22C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F1BDA-B865-4544-A340-F75A09E09E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68478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Na </a:t>
            </a:r>
            <a:r>
              <a:rPr lang="en-US" dirty="0" err="1"/>
              <a:t>agregação</a:t>
            </a:r>
            <a:r>
              <a:rPr lang="en-US" dirty="0"/>
              <a:t> o </a:t>
            </a:r>
            <a:r>
              <a:rPr lang="en-US" dirty="0" err="1"/>
              <a:t>objeto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de </a:t>
            </a:r>
            <a:r>
              <a:rPr lang="en-US" dirty="0" err="1"/>
              <a:t>objetos</a:t>
            </a:r>
            <a:r>
              <a:rPr lang="en-US" dirty="0"/>
              <a:t> </a:t>
            </a:r>
            <a:r>
              <a:rPr lang="en-US" dirty="0" err="1"/>
              <a:t>fara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dos </a:t>
            </a:r>
            <a:r>
              <a:rPr lang="en-US" dirty="0" err="1"/>
              <a:t>atributos</a:t>
            </a:r>
            <a:r>
              <a:rPr lang="en-US" dirty="0"/>
              <a:t> de </a:t>
            </a:r>
            <a:r>
              <a:rPr lang="en-US" dirty="0" err="1"/>
              <a:t>outra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, </a:t>
            </a:r>
            <a:r>
              <a:rPr lang="en-US" dirty="0" err="1"/>
              <a:t>porem</a:t>
            </a:r>
            <a:r>
              <a:rPr lang="en-US" dirty="0"/>
              <a:t> </a:t>
            </a:r>
            <a:r>
              <a:rPr lang="en-US" dirty="0" err="1"/>
              <a:t>eles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independents um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existir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o outro.</a:t>
            </a:r>
          </a:p>
          <a:p>
            <a:r>
              <a:rPr lang="en-US" dirty="0"/>
              <a:t>A </a:t>
            </a:r>
            <a:r>
              <a:rPr lang="en-US" dirty="0" err="1"/>
              <a:t>multiplicidade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ser </a:t>
            </a:r>
            <a:r>
              <a:rPr lang="en-US" dirty="0" err="1"/>
              <a:t>utilizada</a:t>
            </a:r>
            <a:r>
              <a:rPr lang="en-US" dirty="0"/>
              <a:t>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tambem</a:t>
            </a:r>
            <a:endParaRPr lang="en-US" dirty="0"/>
          </a:p>
          <a:p>
            <a:endParaRPr lang="en-US" dirty="0"/>
          </a:p>
        </p:txBody>
      </p:sp>
      <p:pic>
        <p:nvPicPr>
          <p:cNvPr id="6148" name="Picture 4" descr="net-27-06-2008pic06.JPG">
            <a:extLst>
              <a:ext uri="{FF2B5EF4-FFF2-40B4-BE49-F238E27FC236}">
                <a16:creationId xmlns:a16="http://schemas.microsoft.com/office/drawing/2014/main" id="{A7F6F2D9-7FE1-420E-B553-F9A2EA24F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601" y="3789040"/>
            <a:ext cx="4372797" cy="104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4541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C213-28F6-4120-B85D-9646B0427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8678157-7906-4C0E-A69C-92B081628DD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Agregação de 1 para N</a:t>
            </a:r>
          </a:p>
          <a:p>
            <a:pPr marL="0" indent="0">
              <a:buNone/>
            </a:pPr>
            <a:endParaRPr lang="pt-BR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Time{</a:t>
            </a:r>
          </a:p>
          <a:p>
            <a:pPr marL="0" indent="0">
              <a:buNone/>
            </a:pP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3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pt-BR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&lt;Jogador&gt; 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jogadores = new </a:t>
            </a:r>
            <a:r>
              <a:rPr lang="pt-BR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Jogador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&gt;();</a:t>
            </a:r>
          </a:p>
          <a:p>
            <a:pPr marL="0" indent="0">
              <a:buNone/>
            </a:pP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32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pt-BR" sz="32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&lt;Jogador&gt; </a:t>
            </a:r>
            <a:r>
              <a:rPr lang="pt-BR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getJodadores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 marL="0" indent="0">
              <a:buNone/>
            </a:pP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this.jogadores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setJodadores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3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pt-BR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&lt;Jogador&gt; 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p){</a:t>
            </a:r>
          </a:p>
          <a:p>
            <a:pPr marL="0" indent="0">
              <a:buNone/>
            </a:pP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sz="3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this.jogadores</a:t>
            </a: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= p;</a:t>
            </a:r>
          </a:p>
          <a:p>
            <a:pPr marL="0" indent="0">
              <a:buNone/>
            </a:pP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pt-B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945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013C5-A106-4735-A7B0-35751CE92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Composição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6DAF2-52AE-49F2-A1EE-B4ACB37BE66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 composição é uma agregação que possui dependência entre os objetos, ou seja, se o objeto principal for destruído, os objetos que o compõe não podem existir mais. </a:t>
            </a:r>
          </a:p>
          <a:p>
            <a:endParaRPr lang="pt-BR" dirty="0"/>
          </a:p>
          <a:p>
            <a:pPr lvl="1"/>
            <a:endParaRPr lang="pt-BR" dirty="0"/>
          </a:p>
        </p:txBody>
      </p:sp>
      <p:pic>
        <p:nvPicPr>
          <p:cNvPr id="4" name="Picture 2" descr="net-27-06-2008pic07.JPG">
            <a:extLst>
              <a:ext uri="{FF2B5EF4-FFF2-40B4-BE49-F238E27FC236}">
                <a16:creationId xmlns:a16="http://schemas.microsoft.com/office/drawing/2014/main" id="{5F3E36E6-B02C-44ED-9510-2F6C532AD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075" y="4149080"/>
            <a:ext cx="5577850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7152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A3CCC-36DC-4641-AA08-C3240FC43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Composição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37F95-5C35-4FA0-B14E-D4719B649BA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pt-BR" dirty="0"/>
              <a:t>Um exemplo é a relação entre uma a universidade e os departamentos. </a:t>
            </a:r>
          </a:p>
          <a:p>
            <a:pPr lvl="2"/>
            <a:r>
              <a:rPr lang="pt-BR" dirty="0"/>
              <a:t>Além da universidade possuir vários departamentos, eles só podem existir se a universidade existir. </a:t>
            </a:r>
          </a:p>
          <a:p>
            <a:pPr lvl="2"/>
            <a:r>
              <a:rPr lang="pt-BR" dirty="0"/>
              <a:t>Há uma dependência.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567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4B2B9-3CFC-431D-9E8B-9FC9B8BF2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Composição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A5EFA2-D27E-421C-9E50-35B0ED0C915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089025" y="2324100"/>
            <a:ext cx="72009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0312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691</TotalTime>
  <Words>493</Words>
  <Application>Microsoft Office PowerPoint</Application>
  <PresentationFormat>On-screen Show (4:3)</PresentationFormat>
  <Paragraphs>87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Courier New</vt:lpstr>
      <vt:lpstr>Tw Cen MT</vt:lpstr>
      <vt:lpstr>Wingdings</vt:lpstr>
      <vt:lpstr>Wingdings 2</vt:lpstr>
      <vt:lpstr>Mediano</vt:lpstr>
      <vt:lpstr>POO</vt:lpstr>
      <vt:lpstr>O que é</vt:lpstr>
      <vt:lpstr>O que é</vt:lpstr>
      <vt:lpstr>Associação</vt:lpstr>
      <vt:lpstr>Associação</vt:lpstr>
      <vt:lpstr>Associação</vt:lpstr>
      <vt:lpstr>Associação</vt:lpstr>
      <vt:lpstr>Associação</vt:lpstr>
      <vt:lpstr>Agregação</vt:lpstr>
      <vt:lpstr>Agregação</vt:lpstr>
      <vt:lpstr>Agregação</vt:lpstr>
      <vt:lpstr>Agregação</vt:lpstr>
      <vt:lpstr>Agregação</vt:lpstr>
      <vt:lpstr>Composição</vt:lpstr>
      <vt:lpstr>Composição</vt:lpstr>
      <vt:lpstr>Composição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Norton Glaser</cp:lastModifiedBy>
  <cp:revision>72</cp:revision>
  <dcterms:created xsi:type="dcterms:W3CDTF">2014-01-27T15:41:35Z</dcterms:created>
  <dcterms:modified xsi:type="dcterms:W3CDTF">2020-03-05T11:29:27Z</dcterms:modified>
</cp:coreProperties>
</file>