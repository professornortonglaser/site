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8" r:id="rId5"/>
    <p:sldId id="267" r:id="rId6"/>
    <p:sldId id="269" r:id="rId7"/>
    <p:sldId id="270" r:id="rId8"/>
    <p:sldId id="271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3/11/2020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Herança</a:t>
            </a:r>
            <a:endParaRPr lang="pt-BR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 Programação Orientada a Objetos o significado de herança tem o mesmo significado para o mundo real. </a:t>
            </a:r>
            <a:endParaRPr lang="pt-BR" dirty="0" smtClean="0"/>
          </a:p>
          <a:p>
            <a:r>
              <a:rPr lang="pt-BR" dirty="0" smtClean="0"/>
              <a:t>Assim </a:t>
            </a:r>
            <a:r>
              <a:rPr lang="pt-BR" dirty="0"/>
              <a:t>como um filho pode herdar alguma característica do pai, na Orientação a Objetos é permitido que uma classe herde atributos e métodos da outra, tendo apenas uma restrição para a herança. 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Uma das grandes vantagens de usar o recurso da herança é na reutilização do código. </a:t>
            </a:r>
            <a:endParaRPr lang="pt-BR" dirty="0" smtClean="0"/>
          </a:p>
          <a:p>
            <a:r>
              <a:rPr lang="pt-BR" dirty="0" smtClean="0"/>
              <a:t>Esse </a:t>
            </a:r>
            <a:r>
              <a:rPr lang="pt-BR" dirty="0"/>
              <a:t>reaproveitamento pode ser acionado quando se identifica que o atributo ou método de uma classe será igual para as outras. </a:t>
            </a:r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/>
              <a:t>efetuar uma herança de uma classe é utilizada a palavra reservada chamada </a:t>
            </a:r>
            <a:r>
              <a:rPr lang="pt-BR" b="1" dirty="0" err="1"/>
              <a:t>extends</a:t>
            </a:r>
            <a:r>
              <a:rPr lang="pt-BR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48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Herança</a:t>
            </a:r>
            <a:endParaRPr lang="pt-BR" dirty="0"/>
          </a:p>
        </p:txBody>
      </p:sp>
      <p:pic>
        <p:nvPicPr>
          <p:cNvPr id="1026" name="Picture 2" descr="Hierarquia das classes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129" y="2514414"/>
            <a:ext cx="5134692" cy="2667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54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Para saber se estamos aplicando a herança corretamente, realiza-se o teste “É UM”. Esse teste simples ajuda a detectar se a subclasse pode herdar a superclasse.</a:t>
            </a:r>
          </a:p>
          <a:p>
            <a:endParaRPr lang="pt-BR" dirty="0"/>
          </a:p>
          <a:p>
            <a:r>
              <a:rPr lang="pt-BR" dirty="0"/>
              <a:t>Por exemplo, na Figura 3, está mostrando que a classe “Gerente” herda da classe “Funcionário”, se for aplicado o teste “É UM” nota-se que o teste é aprovado, pois o “Gerente” também “É UM” Funcionário.</a:t>
            </a:r>
          </a:p>
        </p:txBody>
      </p:sp>
    </p:spTree>
    <p:extLst>
      <p:ext uri="{BB962C8B-B14F-4D97-AF65-F5344CB8AC3E}">
        <p14:creationId xmlns:p14="http://schemas.microsoft.com/office/powerpoint/2010/main" val="302537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Funcionario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salario;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getNome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setNome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nome)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this.nome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nome;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getSalario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salario;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setSalario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salario)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this.salario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salario;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calculaBonificacao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this.salario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* 0.1;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690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sz="4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4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sz="4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Gerente</a:t>
            </a:r>
            <a:r>
              <a:rPr lang="pt-BR" sz="4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4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pt-BR" sz="4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44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Funcionario</a:t>
            </a:r>
            <a:r>
              <a:rPr lang="pt-BR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senha;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getSenha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senha;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setSenha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senha) 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this.senha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senha;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calculaBonificacao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this.getSalario</a:t>
            </a: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* 0.6 + 100;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771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Herança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Secretaria </a:t>
            </a:r>
            <a:r>
              <a:rPr lang="pt-BR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pt-B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Funcionario</a:t>
            </a:r>
            <a:r>
              <a:rPr lang="pt-B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ramal;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setRamal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ramal)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this.ramal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= ramal;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getRamal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ramal;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rgbClr val="FF0000"/>
                </a:solidFill>
              </a:rPr>
              <a:t>public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class</a:t>
            </a:r>
            <a:r>
              <a:rPr lang="pt-BR" b="1" dirty="0">
                <a:solidFill>
                  <a:srgbClr val="FF0000"/>
                </a:solidFill>
              </a:rPr>
              <a:t> Telefonista </a:t>
            </a:r>
            <a:r>
              <a:rPr lang="pt-BR" b="1" dirty="0" err="1">
                <a:solidFill>
                  <a:srgbClr val="00B0F0"/>
                </a:solidFill>
              </a:rPr>
              <a:t>extends</a:t>
            </a:r>
            <a:r>
              <a:rPr lang="pt-BR" b="1" dirty="0">
                <a:solidFill>
                  <a:srgbClr val="00B0F0"/>
                </a:solidFill>
              </a:rPr>
              <a:t> </a:t>
            </a:r>
            <a:r>
              <a:rPr lang="pt-BR" b="1" dirty="0" err="1">
                <a:solidFill>
                  <a:srgbClr val="00B0F0"/>
                </a:solidFill>
              </a:rPr>
              <a:t>Funcionario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estacaoDeTrabalho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     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setEstacaoDeTrabalho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estacaoDeTrabalho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this.estacaoDeTrabalho</a:t>
            </a:r>
            <a:r>
              <a:rPr lang="pt-BR" dirty="0"/>
              <a:t> = </a:t>
            </a:r>
            <a:r>
              <a:rPr lang="pt-BR" dirty="0" err="1"/>
              <a:t>estacaoDeTrabalho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    }</a:t>
            </a:r>
          </a:p>
          <a:p>
            <a:pPr marL="0" indent="0">
              <a:buNone/>
            </a:pPr>
            <a:r>
              <a:rPr lang="pt-BR" dirty="0"/>
              <a:t>     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getEstacaoDeTrabalho</a:t>
            </a:r>
            <a:r>
              <a:rPr lang="pt-BR" dirty="0"/>
              <a:t>() {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estacaoDeTrabalho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    }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417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Caracteristicas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Os modificadores de acessos das classes, métodos e atributos só podem estar com visibilidade </a:t>
            </a:r>
            <a:r>
              <a:rPr lang="pt-BR" b="1" dirty="0" err="1"/>
              <a:t>public</a:t>
            </a:r>
            <a:r>
              <a:rPr lang="pt-BR" dirty="0"/>
              <a:t> e </a:t>
            </a:r>
            <a:r>
              <a:rPr lang="pt-BR" b="1" dirty="0" err="1"/>
              <a:t>protected</a:t>
            </a:r>
            <a:r>
              <a:rPr lang="pt-BR" dirty="0"/>
              <a:t> para que sejam herdados</a:t>
            </a:r>
            <a:r>
              <a:rPr lang="pt-BR" dirty="0" smtClean="0"/>
              <a:t>.</a:t>
            </a:r>
          </a:p>
          <a:p>
            <a:r>
              <a:rPr lang="pt-BR" dirty="0" smtClean="0"/>
              <a:t>Uma classe filha pode ter somente um pai.</a:t>
            </a:r>
          </a:p>
          <a:p>
            <a:r>
              <a:rPr lang="pt-BR" dirty="0" smtClean="0"/>
              <a:t>Para acessar os métodos da classe pai usamos a palavra </a:t>
            </a:r>
            <a:r>
              <a:rPr lang="pt-BR" b="1" dirty="0" smtClean="0"/>
              <a:t>super.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4393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707</TotalTime>
  <Words>505</Words>
  <Application>Microsoft Office PowerPoint</Application>
  <PresentationFormat>Apresentação na tela (4:3)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Courier New</vt:lpstr>
      <vt:lpstr>Tw Cen MT</vt:lpstr>
      <vt:lpstr>Wingdings</vt:lpstr>
      <vt:lpstr>Wingdings 2</vt:lpstr>
      <vt:lpstr>Mediano</vt:lpstr>
      <vt:lpstr>POO</vt:lpstr>
      <vt:lpstr>O que é</vt:lpstr>
      <vt:lpstr>O que é</vt:lpstr>
      <vt:lpstr>Herança</vt:lpstr>
      <vt:lpstr>Herança</vt:lpstr>
      <vt:lpstr>Herança</vt:lpstr>
      <vt:lpstr>Herança</vt:lpstr>
      <vt:lpstr>Herança</vt:lpstr>
      <vt:lpstr>Caracteristicas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fatecscs</cp:lastModifiedBy>
  <cp:revision>78</cp:revision>
  <dcterms:created xsi:type="dcterms:W3CDTF">2014-01-27T15:41:35Z</dcterms:created>
  <dcterms:modified xsi:type="dcterms:W3CDTF">2020-03-11T23:33:49Z</dcterms:modified>
</cp:coreProperties>
</file>