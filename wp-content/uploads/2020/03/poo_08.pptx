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67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3/19/2020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3/19/2020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3/19/2020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3/19/2020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3/19/2020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3/19/2020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3/19/2020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3/19/2020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3/19/2020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3/19/2020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3/19/2020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3/19/2020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POO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Polimorfismo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Polimorfismo significa "muitas formas", é o termo definido em linguagens orientadas a objeto, que permite ao desenvolvedor usar o mesmo elemento de formas diferentes. </a:t>
            </a:r>
          </a:p>
          <a:p>
            <a:r>
              <a:rPr lang="pt-BR" dirty="0"/>
              <a:t>Polimorfismo denota uma situação na qual um objeto pode se comportar de maneiras diferentes ao receber uma mensagem.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No Polimorfismo temos dois tipos:</a:t>
            </a:r>
          </a:p>
          <a:p>
            <a:pPr lvl="1"/>
            <a:r>
              <a:rPr lang="pt-BR" dirty="0"/>
              <a:t>Polimorfismo Estático ou Sobrecarga</a:t>
            </a:r>
          </a:p>
          <a:p>
            <a:pPr lvl="1"/>
            <a:r>
              <a:rPr lang="pt-BR" dirty="0"/>
              <a:t>Polimorfismo Dinâmico ou Sobreposição</a:t>
            </a:r>
          </a:p>
        </p:txBody>
      </p:sp>
    </p:spTree>
    <p:extLst>
      <p:ext uri="{BB962C8B-B14F-4D97-AF65-F5344CB8AC3E}">
        <p14:creationId xmlns:p14="http://schemas.microsoft.com/office/powerpoint/2010/main" val="95248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Polimorfismo Estático se dá quando temos a mesma operação implementada várias vezes na mesma classe. </a:t>
            </a:r>
          </a:p>
          <a:p>
            <a:r>
              <a:rPr lang="pt-BR" dirty="0"/>
              <a:t>A escolha de qual operação será chamada depende da assinatura dos métodos sobrecarregados.</a:t>
            </a:r>
          </a:p>
        </p:txBody>
      </p:sp>
    </p:spTree>
    <p:extLst>
      <p:ext uri="{BB962C8B-B14F-4D97-AF65-F5344CB8AC3E}">
        <p14:creationId xmlns:p14="http://schemas.microsoft.com/office/powerpoint/2010/main" val="3025374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7FCC5-17DF-42BC-BD7F-400F7D5EC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que 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A9008-925B-4E9E-A2C4-194F6A9B852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Polimorfismo Dinâmico acontece na herança, quando a subclasse sobrepõe o método original. Agora o método escolhido se dá em tempo de execução e não mais em tempo de compilação. </a:t>
            </a:r>
          </a:p>
          <a:p>
            <a:r>
              <a:rPr lang="pt-BR" dirty="0"/>
              <a:t>A escolha de qual método será chamado depende do tipo do objeto que recebe a mensagem.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858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C7CA-9BF6-45F2-8897-62842DBCE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Sobrescrita</a:t>
            </a:r>
            <a:r>
              <a:rPr lang="en-US" b="1" dirty="0"/>
              <a:t> de </a:t>
            </a:r>
            <a:r>
              <a:rPr lang="en-US" b="1" dirty="0" err="1"/>
              <a:t>Métodos</a:t>
            </a:r>
            <a:r>
              <a:rPr lang="en-US" b="1" dirty="0"/>
              <a:t> e </a:t>
            </a:r>
            <a:r>
              <a:rPr lang="en-US" b="1" dirty="0" err="1"/>
              <a:t>Sobrecarga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C494A-CE0B-4450-8629-0CE4977AF76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Sobrescrita de Métodos pode ser classificada como polimorfismo de inclusão. Quando um método sobrescreve um método herdado de uma classe, temos uma sobrescrita de método. </a:t>
            </a:r>
          </a:p>
          <a:p>
            <a:r>
              <a:rPr lang="pt-BR" dirty="0"/>
              <a:t>Este método de sobrescrita tem que ser idêntico ao método da classe herdada, ou seja, eles precisam ter o mesmo nome, valor de retorno e argumentos.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1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A43C-17B6-4787-BADB-CCB8BF838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Sobrescrita</a:t>
            </a:r>
            <a:r>
              <a:rPr lang="en-US" b="1" dirty="0"/>
              <a:t> de </a:t>
            </a:r>
            <a:r>
              <a:rPr lang="en-US" b="1" dirty="0" err="1"/>
              <a:t>Métodos</a:t>
            </a:r>
            <a:r>
              <a:rPr lang="en-US" b="1" dirty="0"/>
              <a:t> e </a:t>
            </a:r>
            <a:r>
              <a:rPr lang="en-US" b="1" dirty="0" err="1"/>
              <a:t>Sobrecarga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FAD8A-24B8-41B6-97D4-C44847E4BD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Portanto, temos que uma classe filha fornece apenas uma nova implementação para o método herdado e não um novo método. </a:t>
            </a:r>
          </a:p>
          <a:p>
            <a:r>
              <a:rPr lang="pt-BR" dirty="0"/>
              <a:t>Por exemplo, temos uma superclasse Forma e as suas subclasses Triangulo e Circulo. </a:t>
            </a:r>
          </a:p>
          <a:p>
            <a:r>
              <a:rPr lang="pt-BR" dirty="0"/>
              <a:t>Digamos que a superclasse Forma tem um método chamado </a:t>
            </a:r>
            <a:r>
              <a:rPr lang="pt-BR" dirty="0" err="1"/>
              <a:t>calculaArea</a:t>
            </a:r>
            <a:r>
              <a:rPr lang="pt-BR" dirty="0"/>
              <a:t>().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942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E8CD-38D6-4CB1-BE4F-EF21878A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Sobrescrita</a:t>
            </a:r>
            <a:r>
              <a:rPr lang="en-US" b="1" dirty="0"/>
              <a:t> de </a:t>
            </a:r>
            <a:r>
              <a:rPr lang="en-US" b="1" dirty="0" err="1"/>
              <a:t>Métodos</a:t>
            </a:r>
            <a:r>
              <a:rPr lang="en-US" b="1" dirty="0"/>
              <a:t> e </a:t>
            </a:r>
            <a:r>
              <a:rPr lang="en-US" b="1" dirty="0" err="1"/>
              <a:t>Sobrecarga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BCF2F-408D-4086-B87A-E515CC49556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Cada uma das subclasses Triangulo e Circulo definirá o seu próprio método </a:t>
            </a:r>
            <a:r>
              <a:rPr lang="pt-BR" dirty="0" err="1"/>
              <a:t>calculaArea</a:t>
            </a:r>
            <a:r>
              <a:rPr lang="pt-BR" dirty="0"/>
              <a:t>(). Dependendo do tipo de objeto que for criado teremos a execução do método dessa subclasse.</a:t>
            </a:r>
          </a:p>
          <a:p>
            <a:r>
              <a:rPr lang="pt-BR" dirty="0"/>
              <a:t>Se a classe filha fornecer um método de cabeçalho ou assinatura parecida com a do método herdado (difere ou no número ou no tipo dos argumentos) então não se trata mais de redefinição, trata-se de uma sobrecarga, pois criou-se um novo método.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08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241B-330C-4EC6-93F7-C5DC16625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Sobrescrita</a:t>
            </a:r>
            <a:r>
              <a:rPr lang="en-US" b="1" dirty="0"/>
              <a:t> de </a:t>
            </a:r>
            <a:r>
              <a:rPr lang="en-US" b="1" dirty="0" err="1"/>
              <a:t>Métodos</a:t>
            </a:r>
            <a:r>
              <a:rPr lang="en-US" b="1" dirty="0"/>
              <a:t> e </a:t>
            </a:r>
            <a:r>
              <a:rPr lang="en-US" b="1" dirty="0" err="1"/>
              <a:t>Sobrecarga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F4414-4715-4817-8EAA-BF1B9D11FA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Uma chamada ao método herdado não mais será interceptada por esse novo método de mesmo nome. O método tem o mesmo nome, mas é ligeiramente diferente na sua assinatura (o corpo ou bloco de código não importa), o que já implica que não proporciona o mesmo comportamento do método da superclasse. </a:t>
            </a:r>
          </a:p>
          <a:p>
            <a:r>
              <a:rPr lang="pt-BR" dirty="0"/>
              <a:t>Por exemplo, se temos um método soma que aceita um inteiro como parâmetro e um outro método soma que recebe dois parâmetros inteiros. </a:t>
            </a:r>
          </a:p>
          <a:p>
            <a:r>
              <a:rPr lang="pt-BR" dirty="0"/>
              <a:t>O método que será chamado depende dos argumentos sendo passados na chamada deste método, portanto, se chamarmos soma(1,3) o segundo método será chamado.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126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956F9-5C55-4DF3-B18E-729E1127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Sobrescrita</a:t>
            </a:r>
            <a:r>
              <a:rPr lang="en-US" b="1" dirty="0"/>
              <a:t> de </a:t>
            </a:r>
            <a:r>
              <a:rPr lang="en-US" b="1" dirty="0" err="1"/>
              <a:t>Métodos</a:t>
            </a:r>
            <a:r>
              <a:rPr lang="en-US" b="1" dirty="0"/>
              <a:t> e </a:t>
            </a:r>
            <a:r>
              <a:rPr lang="en-US" b="1" dirty="0" err="1"/>
              <a:t>Sobrecarga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0A26E-6EBB-4CA9-916D-A425DF138F7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tipo de polimorfismo de Sobrecarga permite a existência de vários métodos de mesmo nome, porém com assinaturas levemente diferentes, ou seja, variando no número e tipo de argumentos. Ficaria a cargo do compilador escolher de acordo com as listas de argumentos os procedimentos ou métodos a serem executados.</a:t>
            </a:r>
          </a:p>
          <a:p>
            <a:r>
              <a:rPr lang="pt-BR" dirty="0"/>
              <a:t>Sobrecarga de Métodos é comumente usada nos construtores de uma classe Java.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50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2E35A-7080-46BB-BB0A-1012563B4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Polimorfismo em </a:t>
            </a:r>
            <a:r>
              <a:rPr lang="pt-BR" b="1" dirty="0" err="1"/>
              <a:t>Refatorações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DF499-BBFD-472D-9755-DFC053B723B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/>
              <a:t>Refatoração</a:t>
            </a:r>
            <a:r>
              <a:rPr lang="pt-BR" dirty="0"/>
              <a:t> é uma (pequena) modificação no sistema que não altera o seu comportamento funcional, mas que torna o código mais fácil de ser entendido e menos custoso de ser alterado. A </a:t>
            </a:r>
            <a:r>
              <a:rPr lang="pt-BR" dirty="0" err="1"/>
              <a:t>refatoração</a:t>
            </a:r>
            <a:r>
              <a:rPr lang="pt-BR" dirty="0"/>
              <a:t> visa sempre dar uma maior simplicidade, flexibilidade e clareza para o código.</a:t>
            </a:r>
          </a:p>
          <a:p>
            <a:r>
              <a:rPr lang="pt-BR" dirty="0"/>
              <a:t>Alguns exemplos de </a:t>
            </a:r>
            <a:r>
              <a:rPr lang="pt-BR" dirty="0" err="1"/>
              <a:t>refatoração</a:t>
            </a:r>
            <a:r>
              <a:rPr lang="pt-BR" dirty="0"/>
              <a:t> são: Alterar nomes de variáveis, métodos e objetos para melhorar legibilidade do código, mudar parâmetros de métodos para que fiquem mais claros, eliminar duplicação de código,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431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76548-0D2C-4D37-8928-BCADA121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Polimorfismo em </a:t>
            </a:r>
            <a:r>
              <a:rPr lang="pt-BR" b="1" dirty="0" err="1"/>
              <a:t>Refatorações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32A00-B5D2-499A-9EC8-24D35DDC72B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Um catálogo com mais de 72 </a:t>
            </a:r>
            <a:r>
              <a:rPr lang="pt-BR" dirty="0" err="1"/>
              <a:t>refatorações</a:t>
            </a:r>
            <a:r>
              <a:rPr lang="pt-BR" dirty="0"/>
              <a:t> pode ser encontrado no livro de Martin Fowler, "</a:t>
            </a:r>
            <a:r>
              <a:rPr lang="pt-BR" dirty="0" err="1"/>
              <a:t>Refatoração</a:t>
            </a:r>
            <a:r>
              <a:rPr lang="pt-BR" dirty="0"/>
              <a:t>: Aperfeiçoando o Projeto de Código Existente".</a:t>
            </a:r>
          </a:p>
          <a:p>
            <a:r>
              <a:rPr lang="pt-BR" dirty="0"/>
              <a:t>O polimorfismo também é usado em uma série de </a:t>
            </a:r>
            <a:r>
              <a:rPr lang="pt-BR" dirty="0" err="1"/>
              <a:t>refatorações</a:t>
            </a:r>
            <a:r>
              <a:rPr lang="pt-BR" dirty="0"/>
              <a:t>, como na </a:t>
            </a:r>
            <a:r>
              <a:rPr lang="pt-BR" dirty="0" err="1"/>
              <a:t>refatoração</a:t>
            </a:r>
            <a:r>
              <a:rPr lang="pt-BR" dirty="0"/>
              <a:t> “Substituir Comando Condicional por Polimorfismo“ que será mais detalhada abaixo.</a:t>
            </a:r>
          </a:p>
          <a:p>
            <a:r>
              <a:rPr lang="pt-BR" dirty="0"/>
              <a:t>A </a:t>
            </a:r>
            <a:r>
              <a:rPr lang="pt-BR" dirty="0" err="1"/>
              <a:t>refatoração</a:t>
            </a:r>
            <a:r>
              <a:rPr lang="pt-BR" dirty="0"/>
              <a:t> “Substituir Comando Condicional por Polimorfismo” move cada ramificação de um comando condicional para um método de sobrescrita em uma subclasse.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226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F81EA-B0A1-4F86-90AD-16DB0A60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Polimorfismo em </a:t>
            </a:r>
            <a:r>
              <a:rPr lang="pt-BR" b="1" dirty="0" err="1"/>
              <a:t>Refatorações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85186-E742-41B2-A690-D137140EC52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Essa </a:t>
            </a:r>
            <a:r>
              <a:rPr lang="pt-BR" dirty="0" err="1"/>
              <a:t>refatoração</a:t>
            </a:r>
            <a:r>
              <a:rPr lang="pt-BR" dirty="0"/>
              <a:t> deixa bastante claro um dos grandes objetivos do Polimorfismo que é evitar escrever um comando condicional explícito quando temos objetos cujo comportamento varia de acordo com os seus tipos. </a:t>
            </a:r>
          </a:p>
          <a:p>
            <a:r>
              <a:rPr lang="pt-BR" dirty="0"/>
              <a:t>O grande ganho dessa </a:t>
            </a:r>
            <a:r>
              <a:rPr lang="pt-BR" dirty="0" err="1"/>
              <a:t>refatoração</a:t>
            </a:r>
            <a:r>
              <a:rPr lang="pt-BR" dirty="0"/>
              <a:t> é quando temos um grande número dessas condicionais que aparecem em muitos lugares do programa. </a:t>
            </a:r>
          </a:p>
          <a:p>
            <a:r>
              <a:rPr lang="pt-BR" dirty="0"/>
              <a:t>Se quisermos adicionar um novo tipo, temos que encontrar e atualizar todos os comandos condicionais. </a:t>
            </a:r>
          </a:p>
          <a:p>
            <a:r>
              <a:rPr lang="pt-BR" dirty="0"/>
              <a:t>Com subclasses precisamos apenas criar uma nova subclasse, isso reduz consideravelmente as dependências no sistema e torna-o muito mais fácil de atualizá-lo.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877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30B8-7C59-4AC8-BC9C-73BDF975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Polimorfismo em </a:t>
            </a:r>
            <a:r>
              <a:rPr lang="pt-BR" b="1" dirty="0" err="1"/>
              <a:t>Refatorações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E0C7A-8AD1-4B74-B96E-310A8EA0F62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628800"/>
            <a:ext cx="8039100" cy="471975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TipoEmpregado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int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quantiaAPagar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switch(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lerTipo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TipoDeEmpregado.ENGENHEIRO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return 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salarioMensal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TipoDeEmpregado.VENDEDOR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return 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salarioMensal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comissao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case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TipoDeEmpregado.GERENTE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return 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salarioMensal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_bonus;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default: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throw new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tipo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incorreto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empregado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1027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F9FB-EB24-46B4-BF00-F377826F5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Polimorfismo em </a:t>
            </a:r>
            <a:r>
              <a:rPr lang="pt-BR" b="1" dirty="0" err="1"/>
              <a:t>Refatorações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AF920-BCC8-4D8D-8D60-85E2997B91F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9512" y="1589567"/>
            <a:ext cx="4248472" cy="45720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Empregado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quantiaAPagar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tipo.quantiaAPagar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(this);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TipoDeEmpregado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abstract int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quantiaAPagar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Empregado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Engenheiro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TipoDeEmpregado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quantiaAPagar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Empregado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emp)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emp.lerSalarioMensal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086D9F-B445-4330-A569-4CBE6E40270E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355976" y="1589567"/>
            <a:ext cx="4608512" cy="45720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Vendedor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TipoDeEmpregado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quantiaAPagar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Empregado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emp)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emp.lerSalarioMensal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emp.lerComissao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Gerente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TipoDeEmpregado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quantiaAPagar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Empregado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emp)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emp.lerSalarioMensal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emp.lerBonus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20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366EBF5-C073-4FEF-A5B1-C228B8374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Polimorfismo em </a:t>
            </a:r>
            <a:r>
              <a:rPr lang="pt-BR" b="1" dirty="0" err="1"/>
              <a:t>Refatorações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44C272-CF89-41DE-9E32-33445D172A3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A classe Empregado vai delegar para uma classe mais específica o trabalho a ser feito. As classes específicas Engenheiro, Vendedor e Gerente recebem o que antes era feito num comando condicional. Todas as classes mais específicas sobrescrevem a superclasse </a:t>
            </a:r>
            <a:r>
              <a:rPr lang="pt-BR" dirty="0" err="1"/>
              <a:t>TipoDeEmpregado</a:t>
            </a:r>
            <a:r>
              <a:rPr lang="pt-BR" dirty="0"/>
              <a:t>.</a:t>
            </a:r>
          </a:p>
          <a:p>
            <a:r>
              <a:rPr lang="pt-BR" dirty="0"/>
              <a:t>A essência do polimorfismo é que, em vez de perguntar a um objeto qual é o seu tipo e então chamar algum comportamento baseado nessa resposta, você simplesmente chama o comportamento. O objeto, dependendo do seu tipo, faz a coisa certa.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44C2-F5CE-4C42-BE45-C003D030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Conclusão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4DB5E-A484-4ED2-8E91-03FC01EC00C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Podemos notar a importância do Polimorfismo para a redução de código, simplicidade, flexibilidade, etc. O polimorfismo é utilizado em diversas </a:t>
            </a:r>
            <a:r>
              <a:rPr lang="pt-BR" dirty="0" err="1"/>
              <a:t>refatorações</a:t>
            </a:r>
            <a:r>
              <a:rPr lang="pt-BR" dirty="0"/>
              <a:t> e muitos Padrões de Projetos, portanto entendê-lo é fundamental para qualquer desenvolvedor.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344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728</TotalTime>
  <Words>1135</Words>
  <Application>Microsoft Office PowerPoint</Application>
  <PresentationFormat>On-screen Show (4:3)</PresentationFormat>
  <Paragraphs>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Courier New</vt:lpstr>
      <vt:lpstr>Tw Cen MT</vt:lpstr>
      <vt:lpstr>Wingdings</vt:lpstr>
      <vt:lpstr>Wingdings 2</vt:lpstr>
      <vt:lpstr>Mediano</vt:lpstr>
      <vt:lpstr>POO</vt:lpstr>
      <vt:lpstr>O que é</vt:lpstr>
      <vt:lpstr>O que é</vt:lpstr>
      <vt:lpstr>O que é</vt:lpstr>
      <vt:lpstr>O que é</vt:lpstr>
      <vt:lpstr>Sobrescrita de Métodos e Sobrecarga</vt:lpstr>
      <vt:lpstr>Sobrescrita de Métodos e Sobrecarga</vt:lpstr>
      <vt:lpstr>Sobrescrita de Métodos e Sobrecarga</vt:lpstr>
      <vt:lpstr>Sobrescrita de Métodos e Sobrecarga</vt:lpstr>
      <vt:lpstr>Sobrescrita de Métodos e Sobrecarga</vt:lpstr>
      <vt:lpstr>Polimorfismo em Refatorações</vt:lpstr>
      <vt:lpstr>Polimorfismo em Refatorações</vt:lpstr>
      <vt:lpstr>Polimorfismo em Refatorações</vt:lpstr>
      <vt:lpstr>Polimorfismo em Refatorações</vt:lpstr>
      <vt:lpstr>Polimorfismo em Refatorações</vt:lpstr>
      <vt:lpstr>Polimorfismo em Refatorações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Norton Glaser</cp:lastModifiedBy>
  <cp:revision>82</cp:revision>
  <dcterms:created xsi:type="dcterms:W3CDTF">2014-01-27T15:41:35Z</dcterms:created>
  <dcterms:modified xsi:type="dcterms:W3CDTF">2020-03-19T14:56:40Z</dcterms:modified>
</cp:coreProperties>
</file>