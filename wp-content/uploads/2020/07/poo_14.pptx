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4" r:id="rId3"/>
    <p:sldId id="269" r:id="rId4"/>
    <p:sldId id="270" r:id="rId5"/>
    <p:sldId id="271" r:id="rId6"/>
    <p:sldId id="272" r:id="rId7"/>
    <p:sldId id="273" r:id="rId8"/>
    <p:sldId id="265" r:id="rId9"/>
    <p:sldId id="266" r:id="rId10"/>
    <p:sldId id="267" r:id="rId11"/>
    <p:sldId id="268" r:id="rId12"/>
    <p:sldId id="274" r:id="rId13"/>
    <p:sldId id="275" r:id="rId14"/>
    <p:sldId id="276" r:id="rId15"/>
    <p:sldId id="277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4249" autoAdjust="0"/>
  </p:normalViewPr>
  <p:slideViewPr>
    <p:cSldViewPr>
      <p:cViewPr varScale="1">
        <p:scale>
          <a:sx n="68" d="100"/>
          <a:sy n="68" d="100"/>
        </p:scale>
        <p:origin x="18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BD6AB-3216-433B-8E95-1ADEDC820D0A}" type="datetimeFigureOut">
              <a:rPr lang="pt-BR" smtClean="0"/>
              <a:t>02/07/2020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ED8F9-FBA5-4A55-8F2D-3F41257A9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689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ED8F9-FBA5-4A55-8F2D-3F41257A9CC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45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7/2/2020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POO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Outras integrações com o banco de dados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Além do CRUD, podemos utilizar o Banco de Dados para criar outras estruturas do nosso software, listas, consultas e relatórios são exemplos bastante utilizados.</a:t>
            </a:r>
          </a:p>
          <a:p>
            <a:r>
              <a:rPr lang="pt-BR" dirty="0"/>
              <a:t>Assim como realizar a autenticação de um usuário através de uma tela de login.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CF3C3-6180-4943-BEC5-E985E1744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ClienteDAO.java</a:t>
            </a:r>
          </a:p>
        </p:txBody>
      </p:sp>
      <p:pic>
        <p:nvPicPr>
          <p:cNvPr id="5" name="Espaço Reservado para Conteúdo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BA64DA78-9EBF-4A20-970B-9E45E03D63A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700808"/>
            <a:ext cx="8153400" cy="4474530"/>
          </a:xfrm>
        </p:spPr>
      </p:pic>
    </p:spTree>
    <p:extLst>
      <p:ext uri="{BB962C8B-B14F-4D97-AF65-F5344CB8AC3E}">
        <p14:creationId xmlns:p14="http://schemas.microsoft.com/office/powerpoint/2010/main" val="383792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2117A-85E6-4E44-819A-48DCF9FAA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ClienteDAO.java</a:t>
            </a:r>
          </a:p>
        </p:txBody>
      </p:sp>
      <p:pic>
        <p:nvPicPr>
          <p:cNvPr id="5" name="Espaço Reservado para Conteúdo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24D40C82-F0E6-4484-8F0F-0C184915261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1856501"/>
            <a:ext cx="8153400" cy="3983197"/>
          </a:xfrm>
        </p:spPr>
      </p:pic>
    </p:spTree>
    <p:extLst>
      <p:ext uri="{BB962C8B-B14F-4D97-AF65-F5344CB8AC3E}">
        <p14:creationId xmlns:p14="http://schemas.microsoft.com/office/powerpoint/2010/main" val="413996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6EA60-B37E-4869-9B5D-116438AC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ClienteTableModel.java</a:t>
            </a:r>
          </a:p>
        </p:txBody>
      </p:sp>
      <p:pic>
        <p:nvPicPr>
          <p:cNvPr id="5" name="Espaço Reservado para Conteúdo 4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8CFE1099-E662-482D-BD3F-A1CC6F7C4E9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227" y="1600200"/>
            <a:ext cx="6450495" cy="4495800"/>
          </a:xfrm>
        </p:spPr>
      </p:pic>
    </p:spTree>
    <p:extLst>
      <p:ext uri="{BB962C8B-B14F-4D97-AF65-F5344CB8AC3E}">
        <p14:creationId xmlns:p14="http://schemas.microsoft.com/office/powerpoint/2010/main" val="1761407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38745-46F9-4FE2-A018-D01E5943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ClienteTableModel.java</a:t>
            </a:r>
          </a:p>
        </p:txBody>
      </p:sp>
      <p:pic>
        <p:nvPicPr>
          <p:cNvPr id="13" name="Espaço Reservado para Conteúdo 12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C04DAEBE-24B3-40D4-9771-7A9898974EC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86" y="1600200"/>
            <a:ext cx="6998178" cy="4495800"/>
          </a:xfrm>
        </p:spPr>
      </p:pic>
    </p:spTree>
    <p:extLst>
      <p:ext uri="{BB962C8B-B14F-4D97-AF65-F5344CB8AC3E}">
        <p14:creationId xmlns:p14="http://schemas.microsoft.com/office/powerpoint/2010/main" val="2222756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7C1AD-EC12-4C26-B4F1-3B7C4140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ClienteTableModel.java</a:t>
            </a:r>
          </a:p>
        </p:txBody>
      </p:sp>
      <p:pic>
        <p:nvPicPr>
          <p:cNvPr id="5" name="Espaço Reservado para Conteúdo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3FEB9E0A-E964-4B0D-AA01-C4EC2003781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312" y="1647518"/>
            <a:ext cx="6268325" cy="4401164"/>
          </a:xfrm>
        </p:spPr>
      </p:pic>
    </p:spTree>
    <p:extLst>
      <p:ext uri="{BB962C8B-B14F-4D97-AF65-F5344CB8AC3E}">
        <p14:creationId xmlns:p14="http://schemas.microsoft.com/office/powerpoint/2010/main" val="370973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AFD89-CD37-4F16-9174-FA5A7CDC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5" name="Espaço Reservado para Conteúdo 4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3092922A-3D43-4C21-8683-B6F83CF2CBB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800" y="1600200"/>
            <a:ext cx="6469350" cy="4495800"/>
          </a:xfrm>
        </p:spPr>
      </p:pic>
    </p:spTree>
    <p:extLst>
      <p:ext uri="{BB962C8B-B14F-4D97-AF65-F5344CB8AC3E}">
        <p14:creationId xmlns:p14="http://schemas.microsoft.com/office/powerpoint/2010/main" val="332594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2053C-8201-44BE-BEDB-490762D2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5" name="Espaço Reservado para Conteúdo 4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5BB5A940-8013-414C-A114-8AFC3AC6CB2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25" y="1600200"/>
            <a:ext cx="6495900" cy="4495800"/>
          </a:xfrm>
        </p:spPr>
      </p:pic>
    </p:spTree>
    <p:extLst>
      <p:ext uri="{BB962C8B-B14F-4D97-AF65-F5344CB8AC3E}">
        <p14:creationId xmlns:p14="http://schemas.microsoft.com/office/powerpoint/2010/main" val="1763944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3ABA1-0EC9-4427-BF8C-565FC350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5" name="Espaço Reservado para Conteúdo 4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6F11EC16-ADA3-4A11-8A5C-01B88700BCE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628800"/>
            <a:ext cx="4590848" cy="4495800"/>
          </a:xfrm>
        </p:spPr>
      </p:pic>
      <p:pic>
        <p:nvPicPr>
          <p:cNvPr id="9" name="Imagem 8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9AA3C0B6-D6F6-4D85-87BB-DF49C1ACE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652707"/>
            <a:ext cx="3550245" cy="227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8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BFA58-66AB-4538-BD99-6D0AE9BC3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11" name="Imagem 10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939CF38D-1629-47CD-BCCF-17048739D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784" y="1916832"/>
            <a:ext cx="6668431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2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2ADC2-14B7-4709-97B8-0D396F54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11" name="Espaço Reservado para Conteúdo 10" descr="Uma imagem contendo screenshot, pássaro&#10;&#10;Descrição gerada automaticamente">
            <a:extLst>
              <a:ext uri="{FF2B5EF4-FFF2-40B4-BE49-F238E27FC236}">
                <a16:creationId xmlns:a16="http://schemas.microsoft.com/office/drawing/2014/main" id="{123BC1E1-DA80-4699-A6D2-0B61EAC6CA2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700808"/>
            <a:ext cx="6401693" cy="2200582"/>
          </a:xfrm>
        </p:spPr>
      </p:pic>
      <p:pic>
        <p:nvPicPr>
          <p:cNvPr id="7" name="Imagem 6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07A54073-5F24-47AE-AF64-B858EBDEA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520" y="3076047"/>
            <a:ext cx="3867690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6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6F4B7-4018-43B8-8C30-9E8018DD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ClienteTableModel.java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498D3E-5975-450C-9537-8DD880A17F0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1"/>
            <a:ext cx="8153400" cy="1324744"/>
          </a:xfrm>
        </p:spPr>
        <p:txBody>
          <a:bodyPr/>
          <a:lstStyle/>
          <a:p>
            <a:r>
              <a:rPr lang="pt-BR" dirty="0"/>
              <a:t>Podemos implementar um método para retorna o objeto de uma linha selecionada.</a:t>
            </a:r>
          </a:p>
        </p:txBody>
      </p:sp>
      <p:pic>
        <p:nvPicPr>
          <p:cNvPr id="5" name="Imagem 4" descr="Uma imagem contendo screenshot&#10;&#10;Descrição gerada automaticamente">
            <a:extLst>
              <a:ext uri="{FF2B5EF4-FFF2-40B4-BE49-F238E27FC236}">
                <a16:creationId xmlns:a16="http://schemas.microsoft.com/office/drawing/2014/main" id="{F13A4CB1-D943-4ADA-A326-80888DCF7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967761"/>
            <a:ext cx="5601482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2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3C3E5-9AE3-4CAC-B34F-95D42A78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D275363-3189-4228-97B2-885695B3A4B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422400" y="1852612"/>
            <a:ext cx="65341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50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979FD-430E-4B40-B6C8-AC74ED276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5" name="Espaço Reservado para Conteúdo 4" descr="Uma imagem contendo screenshot, texto&#10;&#10;Descrição gerada automaticamente">
            <a:extLst>
              <a:ext uri="{FF2B5EF4-FFF2-40B4-BE49-F238E27FC236}">
                <a16:creationId xmlns:a16="http://schemas.microsoft.com/office/drawing/2014/main" id="{B51ACCA3-FAC0-46E3-AB5E-D798E1EA32F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060848"/>
            <a:ext cx="8153400" cy="1661839"/>
          </a:xfrm>
        </p:spPr>
      </p:pic>
      <p:pic>
        <p:nvPicPr>
          <p:cNvPr id="7" name="Imagem 6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963595A1-9C74-4FA1-83FF-F04AC091C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94" y="3212976"/>
            <a:ext cx="4220164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155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B6D1A-5125-4C43-BB40-E4C923B1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E936C04-B099-496B-9D9A-27ADE0CF7D7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62000" y="1914525"/>
            <a:ext cx="7620000" cy="3028950"/>
          </a:xfrm>
          <a:prstGeom prst="rect">
            <a:avLst/>
          </a:prstGeom>
        </p:spPr>
      </p:pic>
      <p:pic>
        <p:nvPicPr>
          <p:cNvPr id="6" name="Imagem 5" descr="Uma imagem contendo screenshot, texto&#10;&#10;Descrição gerada automaticamente">
            <a:extLst>
              <a:ext uri="{FF2B5EF4-FFF2-40B4-BE49-F238E27FC236}">
                <a16:creationId xmlns:a16="http://schemas.microsoft.com/office/drawing/2014/main" id="{1EBF4A0F-84D2-4906-9DBF-1A98537B7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99" y="5333819"/>
            <a:ext cx="875469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53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57CBC-E4AA-44EB-91B7-0446BB59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Jlist_Frame.java</a:t>
            </a:r>
          </a:p>
        </p:txBody>
      </p:sp>
      <p:pic>
        <p:nvPicPr>
          <p:cNvPr id="5" name="Espaço Reservado para Conteúdo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7F170ED6-2F30-4179-8D1B-29CAE2A9958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816142"/>
            <a:ext cx="8153400" cy="1612858"/>
          </a:xfrm>
        </p:spPr>
      </p:pic>
      <p:pic>
        <p:nvPicPr>
          <p:cNvPr id="9" name="Imagem 8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EF5C792E-E92F-4EF4-9783-95A39B22F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55575"/>
            <a:ext cx="3886742" cy="2305372"/>
          </a:xfrm>
          <a:prstGeom prst="rect">
            <a:avLst/>
          </a:prstGeom>
        </p:spPr>
      </p:pic>
      <p:pic>
        <p:nvPicPr>
          <p:cNvPr id="11" name="Imagem 10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B3116BE4-5B47-4144-8FB2-E580D902F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3771803"/>
            <a:ext cx="382005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786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1200</TotalTime>
  <Words>131</Words>
  <Application>Microsoft Office PowerPoint</Application>
  <PresentationFormat>Apresentação na tela (4:3)</PresentationFormat>
  <Paragraphs>22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Calibri</vt:lpstr>
      <vt:lpstr>Tw Cen MT</vt:lpstr>
      <vt:lpstr>Wingdings</vt:lpstr>
      <vt:lpstr>Wingdings 2</vt:lpstr>
      <vt:lpstr>Mediano</vt:lpstr>
      <vt:lpstr>POO</vt:lpstr>
      <vt:lpstr>O que é</vt:lpstr>
      <vt:lpstr>ClienteDAO.java</vt:lpstr>
      <vt:lpstr>ClienteDAO.java</vt:lpstr>
      <vt:lpstr>ClienteTableModel.java</vt:lpstr>
      <vt:lpstr>ClienteTableModel.java</vt:lpstr>
      <vt:lpstr>ClienteTableModel.java</vt:lpstr>
      <vt:lpstr>Jlist_Frame.java</vt:lpstr>
      <vt:lpstr>Jlist_Frame.java</vt:lpstr>
      <vt:lpstr>Jlist_Frame.java</vt:lpstr>
      <vt:lpstr>Jlist_Frame.java</vt:lpstr>
      <vt:lpstr>Jlist_Frame.java</vt:lpstr>
      <vt:lpstr>ClienteTableModel.java</vt:lpstr>
      <vt:lpstr>Jlist_Frame.java</vt:lpstr>
      <vt:lpstr>Jlist_Frame.java</vt:lpstr>
      <vt:lpstr>Jlist_Frame.java</vt:lpstr>
      <vt:lpstr>Jlist_Frame.java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NORTON BARROS GLASER</cp:lastModifiedBy>
  <cp:revision>128</cp:revision>
  <dcterms:created xsi:type="dcterms:W3CDTF">2014-01-27T15:41:35Z</dcterms:created>
  <dcterms:modified xsi:type="dcterms:W3CDTF">2020-07-02T17:02:03Z</dcterms:modified>
</cp:coreProperties>
</file>