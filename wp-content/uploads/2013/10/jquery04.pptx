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8484DE-5157-4102-930B-B3BA97F9325E}" type="datetimeFigureOut">
              <a:rPr lang="en-US" smtClean="0"/>
              <a:t>10/31/2013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120C4CF-7D65-4250-AF87-EDA5ABD447C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Ajax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AJAX 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AJAX - </a:t>
            </a:r>
            <a:r>
              <a:rPr lang="en-US" dirty="0"/>
              <a:t>Asynchronous JavaScript and </a:t>
            </a:r>
            <a:r>
              <a:rPr lang="en-US" dirty="0" smtClean="0"/>
              <a:t>XML</a:t>
            </a:r>
          </a:p>
          <a:p>
            <a:r>
              <a:rPr lang="pt-BR" dirty="0" smtClean="0"/>
              <a:t>E um conjunto de técnicas  que tem como objetivo carregar e enviar informações de um servidor de aplicação sem a necessidade  de recarregar a página inteira.</a:t>
            </a:r>
          </a:p>
          <a:p>
            <a:r>
              <a:rPr lang="pt-BR" dirty="0" smtClean="0"/>
              <a:t>Aplicações web que utilizam </a:t>
            </a:r>
            <a:r>
              <a:rPr lang="pt-BR" dirty="0" err="1" smtClean="0"/>
              <a:t>ajax</a:t>
            </a:r>
            <a:r>
              <a:rPr lang="pt-BR" dirty="0" smtClean="0"/>
              <a:t>: </a:t>
            </a:r>
            <a:r>
              <a:rPr lang="pt-BR" dirty="0" err="1" smtClean="0"/>
              <a:t>gmail</a:t>
            </a:r>
            <a:r>
              <a:rPr lang="pt-BR" dirty="0" smtClean="0"/>
              <a:t>, </a:t>
            </a:r>
            <a:r>
              <a:rPr lang="pt-BR" dirty="0" err="1" smtClean="0"/>
              <a:t>google</a:t>
            </a:r>
            <a:r>
              <a:rPr lang="pt-BR" dirty="0" smtClean="0"/>
              <a:t>, </a:t>
            </a:r>
            <a:r>
              <a:rPr lang="pt-BR" dirty="0" err="1" smtClean="0"/>
              <a:t>facebook</a:t>
            </a:r>
            <a:r>
              <a:rPr lang="pt-BR" dirty="0" smtClean="0"/>
              <a:t> entre outros.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r>
              <a:rPr lang="pt-BR" dirty="0" smtClean="0"/>
              <a:t> e AJAX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r>
              <a:rPr lang="pt-BR" dirty="0" smtClean="0"/>
              <a:t> implementa diversos métodos do </a:t>
            </a:r>
            <a:r>
              <a:rPr lang="pt-BR" dirty="0" err="1" smtClean="0"/>
              <a:t>ajax</a:t>
            </a:r>
            <a:r>
              <a:rPr lang="pt-BR" dirty="0" smtClean="0"/>
              <a:t>, e possível trocar dados em diversos formatos: HTML, XML ou JSON de um servidor remoto.</a:t>
            </a:r>
          </a:p>
          <a:p>
            <a:r>
              <a:rPr lang="pt-BR" dirty="0" smtClean="0"/>
              <a:t>E pode diretamente alimentar os elementos de tela com o retorno da informação.</a:t>
            </a:r>
          </a:p>
          <a:p>
            <a:r>
              <a:rPr lang="pt-BR" dirty="0" smtClean="0"/>
              <a:t>Sem </a:t>
            </a:r>
            <a:r>
              <a:rPr lang="pt-BR" dirty="0" err="1" smtClean="0"/>
              <a:t>jquery</a:t>
            </a:r>
            <a:r>
              <a:rPr lang="pt-BR" dirty="0" smtClean="0"/>
              <a:t> a implementação do AJAX e complicada e precisa de muitas linhas de </a:t>
            </a:r>
            <a:r>
              <a:rPr lang="pt-BR" dirty="0" err="1" smtClean="0"/>
              <a:t>codigo</a:t>
            </a:r>
            <a:r>
              <a:rPr lang="pt-BR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</a:t>
            </a:r>
            <a:r>
              <a:rPr lang="pt-BR" dirty="0" err="1" smtClean="0"/>
              <a:t>load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método LOAD carrega dados de um servidor remoto e pode alimentar algum objeto de tela.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</a:t>
            </a:r>
            <a:r>
              <a:rPr lang="en-US" sz="2800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selector</a:t>
            </a:r>
            <a:r>
              <a:rPr lang="en-US" sz="28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).load(</a:t>
            </a:r>
            <a:r>
              <a:rPr lang="en-US" sz="2800" i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URL,data,callback</a:t>
            </a: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pt-BR" sz="28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URL – Caminho da página que contém os dados</a:t>
            </a:r>
          </a:p>
          <a:p>
            <a:pPr>
              <a:buNone/>
            </a:pPr>
            <a:r>
              <a:rPr lang="pt-BR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DATA – dados enviado como </a:t>
            </a:r>
            <a:r>
              <a:rPr lang="pt-BR" sz="2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parametro</a:t>
            </a:r>
            <a:endParaRPr lang="pt-BR" sz="28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CALLBACK – função para ser chamada posteriormente</a:t>
            </a:r>
            <a:endParaRPr lang="en-US" sz="2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Fonte de dados demo.txt 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&lt;h2&gt;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teste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&lt;/h2&gt;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&lt;p id=“p1”&gt;Um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paragrafo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&lt;/p1&gt;</a:t>
            </a: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Utilizando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metodo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load: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</a:t>
            </a:r>
            <a:r>
              <a:rPr lang="en-US" sz="28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div1").load("demo_test.txt");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endParaRPr lang="en-US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pt-B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Carregando o elemento através do seletor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$("#div1").load("demo_test.txt #p1");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</a:t>
            </a:r>
            <a:r>
              <a:rPr lang="pt-BR" dirty="0" err="1" smtClean="0"/>
              <a:t>load</a:t>
            </a:r>
            <a:r>
              <a:rPr lang="pt-BR" dirty="0" smtClean="0"/>
              <a:t>() com callback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callback e opcional e é executado quando a ação e finalizada, como o </a:t>
            </a:r>
            <a:r>
              <a:rPr lang="pt-BR" dirty="0" err="1" smtClean="0"/>
              <a:t>ajax</a:t>
            </a:r>
            <a:r>
              <a:rPr lang="pt-BR" dirty="0" smtClean="0"/>
              <a:t> depende de uma conexão assíncrona, isto e útil pois permite a correta utilização, recebe </a:t>
            </a:r>
            <a:r>
              <a:rPr lang="pt-BR" dirty="0" err="1" smtClean="0"/>
              <a:t>tres</a:t>
            </a:r>
            <a:r>
              <a:rPr lang="pt-BR" dirty="0" smtClean="0"/>
              <a:t> </a:t>
            </a:r>
            <a:r>
              <a:rPr lang="pt-BR" dirty="0" err="1" smtClean="0"/>
              <a:t>parametros</a:t>
            </a:r>
            <a:r>
              <a:rPr lang="pt-BR" dirty="0" smtClean="0"/>
              <a:t>:</a:t>
            </a:r>
          </a:p>
          <a:p>
            <a:pPr lvl="1"/>
            <a:r>
              <a:rPr lang="en-US" dirty="0" err="1" smtClean="0"/>
              <a:t>responseTxt</a:t>
            </a:r>
            <a:r>
              <a:rPr lang="en-US" dirty="0" smtClean="0"/>
              <a:t> – </a:t>
            </a:r>
            <a:r>
              <a:rPr lang="en-US" dirty="0" err="1" smtClean="0"/>
              <a:t>contem</a:t>
            </a:r>
            <a:r>
              <a:rPr lang="en-US" dirty="0" smtClean="0"/>
              <a:t> o </a:t>
            </a:r>
            <a:r>
              <a:rPr lang="en-US" dirty="0" err="1" smtClean="0"/>
              <a:t>resultado</a:t>
            </a:r>
            <a:r>
              <a:rPr lang="en-US" dirty="0" smtClean="0"/>
              <a:t> da </a:t>
            </a:r>
            <a:r>
              <a:rPr lang="en-US" dirty="0" err="1" smtClean="0"/>
              <a:t>chamada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 err="1"/>
              <a:t>statusTxt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 err="1" smtClean="0"/>
              <a:t>contem</a:t>
            </a:r>
            <a:r>
              <a:rPr lang="en-US" dirty="0" smtClean="0"/>
              <a:t> o status.</a:t>
            </a:r>
            <a:endParaRPr lang="en-US" dirty="0"/>
          </a:p>
          <a:p>
            <a:pPr lvl="1"/>
            <a:r>
              <a:rPr lang="en-US" dirty="0" err="1"/>
              <a:t>xhr</a:t>
            </a:r>
            <a:r>
              <a:rPr lang="en-US" dirty="0"/>
              <a:t> - </a:t>
            </a:r>
            <a:r>
              <a:rPr lang="en-US" dirty="0" smtClean="0"/>
              <a:t> </a:t>
            </a:r>
            <a:r>
              <a:rPr lang="en-US" dirty="0" err="1" smtClean="0"/>
              <a:t>contem</a:t>
            </a:r>
            <a:r>
              <a:rPr lang="en-US" dirty="0" smtClean="0"/>
              <a:t> o </a:t>
            </a:r>
            <a:r>
              <a:rPr lang="en-US" dirty="0" err="1" smtClean="0"/>
              <a:t>objeto</a:t>
            </a:r>
            <a:r>
              <a:rPr lang="en-US" dirty="0" smtClean="0"/>
              <a:t> </a:t>
            </a:r>
            <a:r>
              <a:rPr lang="en-US" dirty="0" err="1" smtClean="0"/>
              <a:t>XMLHttpRequest</a:t>
            </a:r>
            <a:r>
              <a:rPr lang="en-US" dirty="0" smtClean="0"/>
              <a:t>.</a:t>
            </a:r>
            <a:endParaRPr lang="en-US" dirty="0"/>
          </a:p>
          <a:p>
            <a:pPr lvl="1"/>
            <a:endParaRPr lang="pt-BR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</a:t>
            </a:r>
            <a:r>
              <a:rPr lang="pt-BR" dirty="0" err="1" smtClean="0"/>
              <a:t>load</a:t>
            </a:r>
            <a:r>
              <a:rPr lang="pt-BR" dirty="0" smtClean="0"/>
              <a:t>() com callback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$("#div1").load("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demo_test.txt",function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responseTxt,statusTxt,xhr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if(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statusTxt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=="success")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   alert("External content loaded successfully!");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if(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statusTxt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=="error")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   alert("Error: "+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xhr.status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+": "+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xhr.statusText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</a:t>
            </a:r>
            <a:r>
              <a:rPr lang="pt-BR" dirty="0" err="1" smtClean="0"/>
              <a:t>Get</a:t>
            </a:r>
            <a:r>
              <a:rPr lang="pt-BR" dirty="0" smtClean="0"/>
              <a:t>() e </a:t>
            </a:r>
            <a:r>
              <a:rPr lang="pt-BR" dirty="0" err="1" smtClean="0"/>
              <a:t>Post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métodos que são utilizados para trocar dados do servidor:</a:t>
            </a:r>
          </a:p>
          <a:p>
            <a:pPr lvl="1"/>
            <a:r>
              <a:rPr lang="en-US" b="1" dirty="0" smtClean="0"/>
              <a:t>GET</a:t>
            </a:r>
            <a:r>
              <a:rPr lang="en-US" dirty="0" smtClean="0"/>
              <a:t> - </a:t>
            </a:r>
            <a:r>
              <a:rPr lang="en-US" dirty="0" err="1" smtClean="0"/>
              <a:t>solicita</a:t>
            </a:r>
            <a:r>
              <a:rPr lang="en-US" dirty="0" smtClean="0"/>
              <a:t> dados de um </a:t>
            </a:r>
            <a:r>
              <a:rPr lang="en-US" dirty="0" err="1" smtClean="0"/>
              <a:t>recurso</a:t>
            </a:r>
            <a:r>
              <a:rPr lang="en-US" dirty="0" smtClean="0"/>
              <a:t> </a:t>
            </a:r>
            <a:r>
              <a:rPr lang="en-US" dirty="0" err="1" smtClean="0"/>
              <a:t>especifico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POST</a:t>
            </a:r>
            <a:r>
              <a:rPr lang="en-US" dirty="0" smtClean="0"/>
              <a:t> - </a:t>
            </a:r>
            <a:r>
              <a:rPr lang="en-US" dirty="0" err="1" smtClean="0"/>
              <a:t>envia</a:t>
            </a:r>
            <a:r>
              <a:rPr lang="en-US" dirty="0" smtClean="0"/>
              <a:t> dados </a:t>
            </a:r>
            <a:r>
              <a:rPr lang="en-US" dirty="0" err="1" smtClean="0"/>
              <a:t>para</a:t>
            </a:r>
            <a:r>
              <a:rPr lang="en-US" dirty="0" smtClean="0"/>
              <a:t> um </a:t>
            </a:r>
            <a:r>
              <a:rPr lang="en-US" dirty="0" err="1" smtClean="0"/>
              <a:t>recurso</a:t>
            </a:r>
            <a:r>
              <a:rPr lang="en-US" dirty="0" smtClean="0"/>
              <a:t> </a:t>
            </a:r>
            <a:r>
              <a:rPr lang="en-US" dirty="0" err="1" smtClean="0"/>
              <a:t>externo</a:t>
            </a:r>
            <a:r>
              <a:rPr lang="en-US" dirty="0" smtClean="0"/>
              <a:t>.</a:t>
            </a:r>
          </a:p>
          <a:p>
            <a:r>
              <a:rPr lang="pt-BR" dirty="0" smtClean="0"/>
              <a:t>Basicamente GET receberá dados de um determinado recurso e pode ser cacheado.</a:t>
            </a:r>
          </a:p>
          <a:p>
            <a:r>
              <a:rPr lang="pt-BR" dirty="0" err="1" smtClean="0"/>
              <a:t>Post</a:t>
            </a:r>
            <a:r>
              <a:rPr lang="pt-BR" dirty="0" smtClean="0"/>
              <a:t> também e utilizado para enviar e receber dados de um servidor, porem os dados de retorno NUNCA serão cacheados.</a:t>
            </a: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Metodo</a:t>
            </a:r>
            <a:r>
              <a:rPr lang="pt-BR" dirty="0" smtClean="0"/>
              <a:t> $.</a:t>
            </a:r>
            <a:r>
              <a:rPr lang="pt-BR" dirty="0" err="1" smtClean="0"/>
              <a:t>get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$.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get(</a:t>
            </a:r>
            <a:r>
              <a:rPr lang="en-US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URL,callback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err="1" smtClean="0"/>
              <a:t>Exemplo</a:t>
            </a:r>
            <a:r>
              <a:rPr lang="en-US" dirty="0" smtClean="0"/>
              <a:t>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button").click(function(){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$.get("demo_test.asp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",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function(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data,status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alert("Data: " + data + "\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nStatus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status);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en-US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Metodo</a:t>
            </a:r>
            <a:r>
              <a:rPr lang="pt-BR" dirty="0" smtClean="0"/>
              <a:t> $.</a:t>
            </a:r>
            <a:r>
              <a:rPr lang="pt-BR" dirty="0" err="1" smtClean="0"/>
              <a:t>post</a:t>
            </a:r>
            <a:r>
              <a:rPr lang="pt-BR" dirty="0" smtClean="0"/>
              <a:t>()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Sintaxe: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$.post(</a:t>
            </a:r>
            <a:r>
              <a:rPr lang="en-US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URL,data,callback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smtClean="0"/>
              <a:t>Exemplo: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$.post("demo_test_post.asp",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name:"Donald Duck",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city:"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Duckburg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},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function(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data,status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alert("Data: " + data + "\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nStatus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status);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en-US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</TotalTime>
  <Words>325</Words>
  <Application>Microsoft Office PowerPoint</Application>
  <PresentationFormat>Apresentação na tela (4:3)</PresentationFormat>
  <Paragraphs>50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Mediano</vt:lpstr>
      <vt:lpstr>Jquery</vt:lpstr>
      <vt:lpstr>O que é AJAX ?</vt:lpstr>
      <vt:lpstr>Jquery e AJAX</vt:lpstr>
      <vt:lpstr>Método load()</vt:lpstr>
      <vt:lpstr>Exemplo</vt:lpstr>
      <vt:lpstr>Exemplo</vt:lpstr>
      <vt:lpstr>Método load() com callback</vt:lpstr>
      <vt:lpstr>Método load() com callback</vt:lpstr>
      <vt:lpstr>Método Get() e Post()</vt:lpstr>
      <vt:lpstr>Metodo $.get()</vt:lpstr>
      <vt:lpstr>Metodo $.post()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</dc:title>
  <dc:creator>Norton Barros Glaser</dc:creator>
  <cp:lastModifiedBy>Norton Barros Glaser</cp:lastModifiedBy>
  <cp:revision>6</cp:revision>
  <dcterms:created xsi:type="dcterms:W3CDTF">2013-10-31T17:44:44Z</dcterms:created>
  <dcterms:modified xsi:type="dcterms:W3CDTF">2013-10-31T18:12:45Z</dcterms:modified>
</cp:coreProperties>
</file>