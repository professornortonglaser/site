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2F6435-85B8-4794-827C-09F12810535B}" type="datetimeFigureOut">
              <a:rPr lang="en-US" smtClean="0"/>
              <a:t>10/24/2013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3CA8FAE-4D0F-466C-B099-AFF597E4233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JQUERY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Aula 03 – Manipulando HTML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JQuery</a:t>
            </a:r>
            <a:r>
              <a:rPr lang="en-US" dirty="0" smtClean="0"/>
              <a:t>  </a:t>
            </a:r>
            <a:r>
              <a:rPr lang="en-US" dirty="0" err="1" smtClean="0"/>
              <a:t>contem</a:t>
            </a:r>
            <a:r>
              <a:rPr lang="en-US" dirty="0" smtClean="0"/>
              <a:t> </a:t>
            </a:r>
            <a:r>
              <a:rPr lang="en-US" dirty="0" err="1" smtClean="0"/>
              <a:t>metodos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permitem</a:t>
            </a:r>
            <a:r>
              <a:rPr lang="en-US" dirty="0" smtClean="0"/>
              <a:t> </a:t>
            </a:r>
            <a:r>
              <a:rPr lang="en-US" dirty="0" err="1" smtClean="0"/>
              <a:t>manipular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do HTML e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atributos</a:t>
            </a:r>
            <a:r>
              <a:rPr lang="en-US" dirty="0" smtClean="0"/>
              <a:t> </a:t>
            </a:r>
            <a:r>
              <a:rPr lang="en-US" dirty="0" err="1" smtClean="0"/>
              <a:t>alem</a:t>
            </a:r>
            <a:r>
              <a:rPr lang="en-US" dirty="0" smtClean="0"/>
              <a:t> da </a:t>
            </a:r>
            <a:r>
              <a:rPr lang="en-US" dirty="0" err="1" smtClean="0"/>
              <a:t>manipulação</a:t>
            </a:r>
            <a:r>
              <a:rPr lang="en-US" dirty="0" smtClean="0"/>
              <a:t> do DOM.</a:t>
            </a:r>
          </a:p>
          <a:p>
            <a:endParaRPr lang="en-US" dirty="0" smtClean="0"/>
          </a:p>
          <a:p>
            <a:r>
              <a:rPr lang="en-US" dirty="0" smtClean="0"/>
              <a:t>DOM = Document Object Model </a:t>
            </a:r>
          </a:p>
          <a:p>
            <a:pPr lvl="1"/>
            <a:r>
              <a:rPr lang="en-US" dirty="0" smtClean="0"/>
              <a:t>Define a </a:t>
            </a:r>
            <a:r>
              <a:rPr lang="en-US" dirty="0" err="1" smtClean="0"/>
              <a:t>padronização</a:t>
            </a:r>
            <a:r>
              <a:rPr lang="en-US" dirty="0" smtClean="0"/>
              <a:t> de </a:t>
            </a:r>
            <a:r>
              <a:rPr lang="en-US" dirty="0" err="1" smtClean="0"/>
              <a:t>acesso</a:t>
            </a:r>
            <a:r>
              <a:rPr lang="en-US" dirty="0" smtClean="0"/>
              <a:t>  entre </a:t>
            </a:r>
            <a:r>
              <a:rPr lang="en-US" dirty="0" err="1" smtClean="0"/>
              <a:t>documentos</a:t>
            </a:r>
            <a:r>
              <a:rPr lang="en-US" dirty="0" smtClean="0"/>
              <a:t> HTML e XML e um </a:t>
            </a:r>
            <a:r>
              <a:rPr lang="en-US" dirty="0" err="1" smtClean="0"/>
              <a:t>padrão</a:t>
            </a:r>
            <a:r>
              <a:rPr lang="en-US" dirty="0" smtClean="0"/>
              <a:t> da W3C </a:t>
            </a:r>
            <a:r>
              <a:rPr lang="en-US" dirty="0" err="1" smtClean="0"/>
              <a:t>que</a:t>
            </a:r>
            <a:r>
              <a:rPr lang="en-US" dirty="0" smtClean="0"/>
              <a:t> e um </a:t>
            </a:r>
            <a:r>
              <a:rPr lang="en-US" dirty="0" err="1" smtClean="0"/>
              <a:t>plataforma</a:t>
            </a:r>
            <a:r>
              <a:rPr lang="en-US" dirty="0" smtClean="0"/>
              <a:t> </a:t>
            </a:r>
            <a:r>
              <a:rPr lang="en-US" dirty="0" err="1" smtClean="0"/>
              <a:t>neutra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programas</a:t>
            </a:r>
            <a:r>
              <a:rPr lang="en-US" dirty="0" smtClean="0"/>
              <a:t> </a:t>
            </a:r>
            <a:r>
              <a:rPr lang="en-US" dirty="0" err="1" smtClean="0"/>
              <a:t>acessem</a:t>
            </a:r>
            <a:r>
              <a:rPr lang="en-US" dirty="0" smtClean="0"/>
              <a:t> </a:t>
            </a:r>
            <a:r>
              <a:rPr lang="en-US" dirty="0" err="1" smtClean="0"/>
              <a:t>dinamicamente</a:t>
            </a:r>
            <a:r>
              <a:rPr lang="en-US" dirty="0" smtClean="0"/>
              <a:t> a </a:t>
            </a:r>
            <a:r>
              <a:rPr lang="en-US" dirty="0" err="1" smtClean="0"/>
              <a:t>edição</a:t>
            </a:r>
            <a:r>
              <a:rPr lang="en-US" dirty="0" smtClean="0"/>
              <a:t> de </a:t>
            </a:r>
            <a:r>
              <a:rPr lang="en-US" dirty="0" err="1" smtClean="0"/>
              <a:t>conteudo</a:t>
            </a:r>
            <a:r>
              <a:rPr lang="en-US" dirty="0" smtClean="0"/>
              <a:t>, </a:t>
            </a:r>
            <a:r>
              <a:rPr lang="en-US" dirty="0" err="1" smtClean="0"/>
              <a:t>estruturas</a:t>
            </a:r>
            <a:r>
              <a:rPr lang="en-US" dirty="0" smtClean="0"/>
              <a:t> e </a:t>
            </a:r>
            <a:r>
              <a:rPr lang="en-US" dirty="0" err="1" smtClean="0"/>
              <a:t>estilos</a:t>
            </a:r>
            <a:r>
              <a:rPr lang="en-US" dirty="0" smtClean="0"/>
              <a:t> de um </a:t>
            </a:r>
            <a:r>
              <a:rPr lang="en-US" dirty="0" err="1" smtClean="0"/>
              <a:t>documento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Conteúdo</a:t>
            </a:r>
            <a:r>
              <a:rPr lang="en-US" dirty="0" smtClean="0"/>
              <a:t> </a:t>
            </a:r>
            <a:r>
              <a:rPr lang="en-US" dirty="0"/>
              <a:t>- text(), html(), </a:t>
            </a:r>
            <a:r>
              <a:rPr lang="en-US" dirty="0" smtClean="0"/>
              <a:t>e </a:t>
            </a:r>
            <a:r>
              <a:rPr lang="en-US" dirty="0" err="1"/>
              <a:t>val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text() – </a:t>
            </a:r>
            <a:r>
              <a:rPr lang="en-US" dirty="0" err="1" smtClean="0"/>
              <a:t>edita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o </a:t>
            </a:r>
            <a:r>
              <a:rPr lang="en-US" dirty="0" err="1" smtClean="0"/>
              <a:t>texto</a:t>
            </a:r>
            <a:r>
              <a:rPr lang="en-US" dirty="0" smtClean="0"/>
              <a:t> do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selecionado</a:t>
            </a:r>
            <a:r>
              <a:rPr lang="en-US" dirty="0" smtClean="0"/>
              <a:t>.</a:t>
            </a:r>
          </a:p>
          <a:p>
            <a:r>
              <a:rPr lang="en-US" dirty="0" smtClean="0"/>
              <a:t>html() - </a:t>
            </a:r>
            <a:r>
              <a:rPr lang="en-US" dirty="0" smtClean="0"/>
              <a:t> </a:t>
            </a:r>
            <a:r>
              <a:rPr lang="en-US" dirty="0" err="1" smtClean="0"/>
              <a:t>edita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o HTML do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selecionado</a:t>
            </a:r>
            <a:r>
              <a:rPr lang="en-US" dirty="0" smtClean="0"/>
              <a:t> (com as tags)</a:t>
            </a:r>
          </a:p>
          <a:p>
            <a:r>
              <a:rPr lang="en-US" dirty="0" err="1" smtClean="0"/>
              <a:t>val</a:t>
            </a:r>
            <a:r>
              <a:rPr lang="en-US" dirty="0" smtClean="0"/>
              <a:t>() - </a:t>
            </a:r>
            <a:r>
              <a:rPr lang="en-US" dirty="0" err="1" smtClean="0"/>
              <a:t>edita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o valor de </a:t>
            </a:r>
            <a:r>
              <a:rPr lang="en-US" dirty="0" err="1" smtClean="0"/>
              <a:t>objetos</a:t>
            </a:r>
            <a:r>
              <a:rPr lang="en-US" dirty="0" smtClean="0"/>
              <a:t> de </a:t>
            </a:r>
            <a:r>
              <a:rPr lang="en-US" dirty="0" err="1" smtClean="0"/>
              <a:t>formulario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Conteúdo</a:t>
            </a:r>
            <a:r>
              <a:rPr lang="en-US" dirty="0" smtClean="0"/>
              <a:t> - text(), html(), e </a:t>
            </a:r>
            <a:r>
              <a:rPr lang="en-US" dirty="0" err="1" smtClean="0"/>
              <a:t>val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$("#btn1").click(function(){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 alert("Text: " + $("#test").text());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});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$("#btn2").click(function(){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 alert("HTML: " + $("#test").html());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});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Conteúdo</a:t>
            </a:r>
            <a:r>
              <a:rPr lang="en-US" dirty="0" smtClean="0"/>
              <a:t> - text(), html(), e </a:t>
            </a:r>
            <a:r>
              <a:rPr lang="en-US" dirty="0" err="1" smtClean="0"/>
              <a:t>val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$("#btn1").click(function(){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alert("Value: " + $("#test").</a:t>
            </a:r>
            <a:r>
              <a:rPr lang="en-US" dirty="0" err="1"/>
              <a:t>val</a:t>
            </a:r>
            <a:r>
              <a:rPr lang="en-US" dirty="0"/>
              <a:t>());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Lendo Atributos – </a:t>
            </a:r>
            <a:r>
              <a:rPr lang="pt-BR" dirty="0" err="1" smtClean="0"/>
              <a:t>attr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Usado para consultar atributos de um objeto HTML.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en-US" dirty="0" smtClean="0"/>
              <a:t>	$("</a:t>
            </a:r>
            <a:r>
              <a:rPr lang="en-US" dirty="0"/>
              <a:t>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alert($("#w3s").</a:t>
            </a:r>
            <a:r>
              <a:rPr lang="en-US" dirty="0" err="1"/>
              <a:t>attr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"));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Conteúdo</a:t>
            </a:r>
            <a:r>
              <a:rPr lang="en-US" dirty="0" smtClean="0"/>
              <a:t> - text(), html(), e </a:t>
            </a:r>
            <a:r>
              <a:rPr lang="en-US" dirty="0" err="1" smtClean="0"/>
              <a:t>val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$("#</a:t>
            </a:r>
            <a:r>
              <a:rPr lang="en-US" dirty="0"/>
              <a:t>btn1").click(function(){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$("#test1").text("Hello world!");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$("#btn2").click(function(){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$("#test2").html("&lt;b&gt;Hello world!&lt;/b&gt;");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$("#btn3").click(function(){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$("#test3").</a:t>
            </a:r>
            <a:r>
              <a:rPr lang="en-US" dirty="0" err="1"/>
              <a:t>val</a:t>
            </a:r>
            <a:r>
              <a:rPr lang="en-US" dirty="0" smtClean="0"/>
              <a:t>(“</a:t>
            </a:r>
            <a:r>
              <a:rPr lang="en-US" dirty="0" err="1" smtClean="0"/>
              <a:t>Digite</a:t>
            </a:r>
            <a:r>
              <a:rPr lang="en-US" dirty="0" smtClean="0"/>
              <a:t> </a:t>
            </a:r>
            <a:r>
              <a:rPr lang="en-US" dirty="0" err="1" smtClean="0"/>
              <a:t>seu</a:t>
            </a:r>
            <a:r>
              <a:rPr lang="en-US" dirty="0" smtClean="0"/>
              <a:t> </a:t>
            </a:r>
            <a:r>
              <a:rPr lang="en-US" dirty="0" err="1" smtClean="0"/>
              <a:t>nome</a:t>
            </a:r>
            <a:r>
              <a:rPr lang="en-US" dirty="0" smtClean="0"/>
              <a:t>");</a:t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Alterando Atributos – </a:t>
            </a:r>
            <a:r>
              <a:rPr lang="pt-BR" dirty="0" err="1" smtClean="0"/>
              <a:t>attr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 possível alterar um atributo de um objeto selecionando.</a:t>
            </a:r>
          </a:p>
          <a:p>
            <a:r>
              <a:rPr lang="pt-BR" dirty="0" smtClean="0"/>
              <a:t>O primeiro parâmetro e o nome do atributo o segundo e o valor associado.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/>
              <a:t>$("button").click(function(){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>  $("#w3s").</a:t>
            </a:r>
            <a:r>
              <a:rPr lang="en-US" sz="2800" dirty="0" err="1"/>
              <a:t>attr</a:t>
            </a:r>
            <a:r>
              <a:rPr lang="en-US" sz="2800" dirty="0"/>
              <a:t>("</a:t>
            </a:r>
            <a:r>
              <a:rPr lang="en-US" sz="2800" dirty="0" err="1"/>
              <a:t>href","http</a:t>
            </a:r>
            <a:r>
              <a:rPr lang="en-US" sz="2800" dirty="0"/>
              <a:t>://</a:t>
            </a:r>
            <a:r>
              <a:rPr lang="en-US" sz="2800" dirty="0" err="1" smtClean="0"/>
              <a:t>www.norton.net.br</a:t>
            </a:r>
            <a:r>
              <a:rPr lang="en-US" sz="2800" dirty="0" smtClean="0"/>
              <a:t>");</a:t>
            </a:r>
            <a:br>
              <a:rPr lang="en-US" sz="2800" dirty="0" smtClean="0"/>
            </a:br>
            <a:r>
              <a:rPr lang="en-US" sz="2800" dirty="0"/>
              <a:t>});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Alterando Atributos – </a:t>
            </a:r>
            <a:r>
              <a:rPr lang="pt-BR" dirty="0" err="1" smtClean="0"/>
              <a:t>attr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 possível alterar mais de um atributo por vez.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$("</a:t>
            </a:r>
            <a:r>
              <a:rPr lang="en-US" dirty="0"/>
              <a:t>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$("#w3s").</a:t>
            </a:r>
            <a:r>
              <a:rPr lang="en-US" dirty="0" err="1"/>
              <a:t>attr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FF0000"/>
                </a:solidFill>
              </a:rPr>
              <a:t>{</a:t>
            </a:r>
          </a:p>
          <a:p>
            <a:pPr>
              <a:buNone/>
            </a:pPr>
            <a:r>
              <a:rPr lang="en-US" dirty="0" smtClean="0"/>
              <a:t>"</a:t>
            </a:r>
            <a:r>
              <a:rPr lang="en-US" dirty="0" err="1"/>
              <a:t>href</a:t>
            </a:r>
            <a:r>
              <a:rPr lang="en-US" dirty="0"/>
              <a:t>" : </a:t>
            </a:r>
            <a:r>
              <a:rPr lang="en-US" dirty="0" smtClean="0"/>
              <a:t>"http</a:t>
            </a:r>
            <a:r>
              <a:rPr lang="en-US" dirty="0"/>
              <a:t>://</a:t>
            </a:r>
            <a:r>
              <a:rPr lang="en-US" dirty="0" smtClean="0"/>
              <a:t>www.norton.net.br" </a:t>
            </a:r>
            <a:r>
              <a:rPr lang="en-US" b="1" dirty="0" smtClean="0">
                <a:solidFill>
                  <a:srgbClr val="FF0000"/>
                </a:solidFill>
              </a:rPr>
              <a:t>,</a:t>
            </a: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"</a:t>
            </a:r>
            <a:r>
              <a:rPr lang="en-US" dirty="0"/>
              <a:t>title" : "W3Schools </a:t>
            </a:r>
            <a:r>
              <a:rPr lang="en-US" dirty="0" err="1"/>
              <a:t>jQuery</a:t>
            </a:r>
            <a:r>
              <a:rPr lang="en-US" dirty="0"/>
              <a:t> Tutorial"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</a:t>
            </a:r>
            <a:r>
              <a:rPr lang="en-US" b="1" dirty="0">
                <a:solidFill>
                  <a:srgbClr val="FF0000"/>
                </a:solidFill>
              </a:rPr>
              <a:t>}</a:t>
            </a:r>
            <a:r>
              <a:rPr lang="en-US" dirty="0"/>
              <a:t>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  <a:endParaRPr lang="pt-BR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Adicionando novos elementos HTML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append() – </a:t>
            </a:r>
            <a:r>
              <a:rPr lang="en-US" dirty="0" err="1" smtClean="0"/>
              <a:t>insere</a:t>
            </a:r>
            <a:r>
              <a:rPr lang="en-US" dirty="0" smtClean="0"/>
              <a:t> um </a:t>
            </a:r>
            <a:r>
              <a:rPr lang="en-US" dirty="0" err="1" smtClean="0"/>
              <a:t>conteudo</a:t>
            </a:r>
            <a:r>
              <a:rPr lang="en-US" dirty="0" smtClean="0"/>
              <a:t> no </a:t>
            </a:r>
            <a:r>
              <a:rPr lang="en-US" dirty="0" err="1" smtClean="0"/>
              <a:t>fim</a:t>
            </a:r>
            <a:r>
              <a:rPr lang="en-US" dirty="0" smtClean="0"/>
              <a:t> dos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endParaRPr lang="en-US" dirty="0" smtClean="0"/>
          </a:p>
          <a:p>
            <a:r>
              <a:rPr lang="en-US" dirty="0" err="1" smtClean="0"/>
              <a:t>prepend</a:t>
            </a:r>
            <a:r>
              <a:rPr lang="en-US" dirty="0" smtClean="0"/>
              <a:t>() - </a:t>
            </a:r>
            <a:r>
              <a:rPr lang="en-US" dirty="0" err="1" smtClean="0"/>
              <a:t>insere</a:t>
            </a:r>
            <a:r>
              <a:rPr lang="en-US" dirty="0" smtClean="0"/>
              <a:t> um </a:t>
            </a:r>
            <a:r>
              <a:rPr lang="en-US" dirty="0" err="1" smtClean="0"/>
              <a:t>conteudo</a:t>
            </a:r>
            <a:r>
              <a:rPr lang="en-US" dirty="0" smtClean="0"/>
              <a:t> no </a:t>
            </a:r>
            <a:r>
              <a:rPr lang="en-US" dirty="0" err="1" smtClean="0"/>
              <a:t>inicio</a:t>
            </a:r>
            <a:r>
              <a:rPr lang="en-US" dirty="0" smtClean="0"/>
              <a:t> dos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endParaRPr lang="en-US" dirty="0" smtClean="0"/>
          </a:p>
          <a:p>
            <a:r>
              <a:rPr lang="en-US" dirty="0" smtClean="0"/>
              <a:t>after() - </a:t>
            </a:r>
            <a:r>
              <a:rPr lang="en-US" dirty="0" smtClean="0"/>
              <a:t> </a:t>
            </a:r>
            <a:r>
              <a:rPr lang="en-US" dirty="0" err="1" smtClean="0"/>
              <a:t>insere</a:t>
            </a:r>
            <a:r>
              <a:rPr lang="en-US" dirty="0" smtClean="0"/>
              <a:t> um </a:t>
            </a:r>
            <a:r>
              <a:rPr lang="en-US" dirty="0" err="1" smtClean="0"/>
              <a:t>conteudo</a:t>
            </a:r>
            <a:r>
              <a:rPr lang="en-US" dirty="0" smtClean="0"/>
              <a:t> </a:t>
            </a:r>
            <a:r>
              <a:rPr lang="en-US" dirty="0" err="1" smtClean="0"/>
              <a:t>depois</a:t>
            </a:r>
            <a:r>
              <a:rPr lang="en-US" dirty="0" smtClean="0"/>
              <a:t> dos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endParaRPr lang="en-US" dirty="0" smtClean="0"/>
          </a:p>
          <a:p>
            <a:r>
              <a:rPr lang="en-US" dirty="0" smtClean="0"/>
              <a:t>before() - </a:t>
            </a:r>
            <a:r>
              <a:rPr lang="en-US" dirty="0" smtClean="0"/>
              <a:t> </a:t>
            </a:r>
            <a:r>
              <a:rPr lang="en-US" dirty="0" err="1" smtClean="0"/>
              <a:t>insere</a:t>
            </a:r>
            <a:r>
              <a:rPr lang="en-US" dirty="0" smtClean="0"/>
              <a:t> um </a:t>
            </a:r>
            <a:r>
              <a:rPr lang="en-US" dirty="0" err="1" smtClean="0"/>
              <a:t>conteudo</a:t>
            </a:r>
            <a:r>
              <a:rPr lang="en-US" dirty="0" smtClean="0"/>
              <a:t> antes dos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Adicionando novos elementos HTML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$("p").append</a:t>
            </a:r>
            <a:r>
              <a:rPr lang="en-US" sz="2800" dirty="0" smtClean="0"/>
              <a:t>(“</a:t>
            </a:r>
            <a:r>
              <a:rPr lang="en-US" sz="2800" dirty="0" err="1" smtClean="0"/>
              <a:t>adicionando</a:t>
            </a:r>
            <a:r>
              <a:rPr lang="en-US" sz="2800" dirty="0" smtClean="0"/>
              <a:t> um </a:t>
            </a:r>
            <a:r>
              <a:rPr lang="en-US" sz="2800" dirty="0" err="1" smtClean="0"/>
              <a:t>texto</a:t>
            </a:r>
            <a:r>
              <a:rPr lang="en-US" sz="2800" dirty="0" smtClean="0"/>
              <a:t>");</a:t>
            </a:r>
          </a:p>
          <a:p>
            <a:pPr>
              <a:buNone/>
            </a:pPr>
            <a:endParaRPr lang="pt-BR" sz="2800" dirty="0" smtClean="0"/>
          </a:p>
          <a:p>
            <a:pPr>
              <a:buNone/>
            </a:pPr>
            <a:r>
              <a:rPr lang="it-IT" sz="2800" dirty="0" smtClean="0"/>
              <a:t> $("ol").append("&lt;li&gt;adicionando um item&lt;/li&gt;");</a:t>
            </a:r>
          </a:p>
          <a:p>
            <a:pPr>
              <a:buNone/>
            </a:pPr>
            <a:endParaRPr lang="it-IT" sz="2800" dirty="0"/>
          </a:p>
          <a:p>
            <a:pPr>
              <a:buNone/>
            </a:pPr>
            <a:r>
              <a:rPr lang="en-US" sz="2800" dirty="0"/>
              <a:t>$("p").</a:t>
            </a:r>
            <a:r>
              <a:rPr lang="en-US" sz="2800" dirty="0" err="1"/>
              <a:t>prepend</a:t>
            </a:r>
            <a:r>
              <a:rPr lang="en-US" sz="2800" dirty="0" smtClean="0"/>
              <a:t>(“</a:t>
            </a:r>
            <a:r>
              <a:rPr lang="en-US" sz="2800" dirty="0" err="1" smtClean="0"/>
              <a:t>inicio</a:t>
            </a:r>
            <a:r>
              <a:rPr lang="en-US" sz="2800" dirty="0" smtClean="0"/>
              <a:t> do </a:t>
            </a:r>
            <a:r>
              <a:rPr lang="en-US" sz="2800" dirty="0" err="1" smtClean="0"/>
              <a:t>texto</a:t>
            </a:r>
            <a:r>
              <a:rPr lang="en-US" sz="2800" dirty="0" smtClean="0"/>
              <a:t>");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it-IT" sz="2800" dirty="0" smtClean="0"/>
              <a:t> $("ol").prepend("&lt;li&gt;iniciando elementos&lt;/li&gt;");</a:t>
            </a:r>
            <a:endParaRPr lang="en-US" sz="2800" dirty="0" smtClean="0"/>
          </a:p>
          <a:p>
            <a:pPr>
              <a:buNone/>
            </a:pPr>
            <a:endParaRPr lang="pt-BR" sz="2800" dirty="0"/>
          </a:p>
          <a:p>
            <a:pPr>
              <a:buNone/>
            </a:pPr>
            <a:endParaRPr lang="it-IT" sz="2800" dirty="0" smtClean="0"/>
          </a:p>
          <a:p>
            <a:pPr>
              <a:buNone/>
            </a:pPr>
            <a:endParaRPr lang="it-IT" sz="2800" dirty="0"/>
          </a:p>
          <a:p>
            <a:pPr>
              <a:buNone/>
            </a:pPr>
            <a:endParaRPr lang="pt-BR" sz="2800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Adicionando novos elementos HTML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$("</a:t>
            </a:r>
            <a:r>
              <a:rPr lang="en-US" dirty="0" err="1"/>
              <a:t>img</a:t>
            </a:r>
            <a:r>
              <a:rPr lang="en-US" dirty="0"/>
              <a:t>").after("Some text after</a:t>
            </a:r>
            <a:r>
              <a:rPr lang="en-US" dirty="0" smtClean="0"/>
              <a:t>");</a:t>
            </a: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$("</a:t>
            </a:r>
            <a:r>
              <a:rPr lang="en-US" dirty="0" err="1"/>
              <a:t>img</a:t>
            </a:r>
            <a:r>
              <a:rPr lang="en-US" dirty="0"/>
              <a:t>").before("Some text before");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Removendo Elementos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Permite facilmente remover elementos HTML existentes.</a:t>
            </a:r>
          </a:p>
          <a:p>
            <a:r>
              <a:rPr lang="en-US" dirty="0" smtClean="0"/>
              <a:t>remove() – remove 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selecionando</a:t>
            </a:r>
            <a:r>
              <a:rPr lang="en-US" dirty="0" smtClean="0"/>
              <a:t> (e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filho</a:t>
            </a:r>
            <a:r>
              <a:rPr lang="en-US" dirty="0" smtClean="0"/>
              <a:t>)</a:t>
            </a:r>
          </a:p>
          <a:p>
            <a:r>
              <a:rPr lang="en-US" dirty="0" smtClean="0"/>
              <a:t>empty() – remove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filhos</a:t>
            </a:r>
            <a:r>
              <a:rPr lang="en-US" dirty="0" smtClean="0"/>
              <a:t> de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selecionado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Removendo Elementos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$("#div1").remove</a:t>
            </a:r>
            <a:r>
              <a:rPr lang="en-US" dirty="0" smtClean="0"/>
              <a:t>();</a:t>
            </a:r>
          </a:p>
          <a:p>
            <a:endParaRPr lang="pt-BR" dirty="0"/>
          </a:p>
          <a:p>
            <a:r>
              <a:rPr lang="en-US" dirty="0"/>
              <a:t>$("#div1").empty();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Filtrando elementos a serem removidos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filtro deve seguir as regras de seletor do </a:t>
            </a:r>
            <a:r>
              <a:rPr lang="pt-BR" dirty="0" err="1" smtClean="0"/>
              <a:t>jquery</a:t>
            </a:r>
            <a:r>
              <a:rPr lang="pt-BR" dirty="0" smtClean="0"/>
              <a:t> e é passado como parâmetro.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$("</a:t>
            </a:r>
            <a:r>
              <a:rPr lang="en-US" dirty="0"/>
              <a:t>p").remove(".italic");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Manipulando 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addClass</a:t>
            </a:r>
            <a:r>
              <a:rPr lang="en-US" dirty="0" smtClean="0"/>
              <a:t>() – </a:t>
            </a:r>
            <a:r>
              <a:rPr lang="en-US" dirty="0" err="1" smtClean="0"/>
              <a:t>adiciona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classes </a:t>
            </a:r>
            <a:r>
              <a:rPr lang="en-US" dirty="0" err="1" smtClean="0"/>
              <a:t>aos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removeClass</a:t>
            </a:r>
            <a:r>
              <a:rPr lang="en-US" dirty="0" smtClean="0"/>
              <a:t>() - remove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classes </a:t>
            </a:r>
            <a:r>
              <a:rPr lang="en-US" dirty="0" err="1" smtClean="0"/>
              <a:t>aos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toggleClass</a:t>
            </a:r>
            <a:r>
              <a:rPr lang="en-US" dirty="0" smtClean="0"/>
              <a:t>() – </a:t>
            </a:r>
            <a:r>
              <a:rPr lang="en-US" dirty="0" err="1" smtClean="0"/>
              <a:t>alterna</a:t>
            </a:r>
            <a:r>
              <a:rPr lang="en-US" dirty="0" smtClean="0"/>
              <a:t> entre </a:t>
            </a:r>
            <a:r>
              <a:rPr lang="en-US" dirty="0" err="1" smtClean="0"/>
              <a:t>adicionar</a:t>
            </a:r>
            <a:r>
              <a:rPr lang="en-US" dirty="0" smtClean="0"/>
              <a:t>/remover classes de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selecionados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css</a:t>
            </a:r>
            <a:r>
              <a:rPr lang="en-US" dirty="0" smtClean="0"/>
              <a:t>() – </a:t>
            </a:r>
            <a:r>
              <a:rPr lang="en-US" dirty="0" err="1" smtClean="0"/>
              <a:t>carrega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altera</a:t>
            </a:r>
            <a:r>
              <a:rPr lang="en-US" dirty="0" smtClean="0"/>
              <a:t> um </a:t>
            </a:r>
            <a:r>
              <a:rPr lang="en-US" dirty="0" err="1" smtClean="0"/>
              <a:t>atributo</a:t>
            </a:r>
            <a:r>
              <a:rPr lang="en-US" dirty="0" smtClean="0"/>
              <a:t> </a:t>
            </a:r>
            <a:r>
              <a:rPr lang="en-US" dirty="0" err="1" smtClean="0"/>
              <a:t>css</a:t>
            </a:r>
            <a:r>
              <a:rPr lang="en-US" dirty="0" smtClean="0"/>
              <a:t> do </a:t>
            </a:r>
            <a:r>
              <a:rPr lang="en-US" dirty="0" err="1" smtClean="0"/>
              <a:t>elemento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Manipulando 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$("</a:t>
            </a:r>
            <a:r>
              <a:rPr lang="en-US" dirty="0"/>
              <a:t>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$("h1,h2,p").</a:t>
            </a:r>
            <a:r>
              <a:rPr lang="en-US" dirty="0" err="1"/>
              <a:t>addClass</a:t>
            </a:r>
            <a:r>
              <a:rPr lang="en-US" dirty="0"/>
              <a:t>("blue");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$("div").</a:t>
            </a:r>
            <a:r>
              <a:rPr lang="en-US" dirty="0" err="1"/>
              <a:t>addClass</a:t>
            </a:r>
            <a:r>
              <a:rPr lang="en-US" dirty="0"/>
              <a:t>("important");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  <a:p>
            <a:r>
              <a:rPr lang="pt-BR" dirty="0" smtClean="0"/>
              <a:t>Você pode associar mais de uma classe</a:t>
            </a:r>
          </a:p>
          <a:p>
            <a:pPr>
              <a:buNone/>
            </a:pPr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$("#div1").</a:t>
            </a:r>
            <a:r>
              <a:rPr lang="en-US" dirty="0" err="1"/>
              <a:t>addClass</a:t>
            </a:r>
            <a:r>
              <a:rPr lang="en-US" dirty="0"/>
              <a:t>("important blue");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Manipulando 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$("h1,h2,p").</a:t>
            </a:r>
            <a:r>
              <a:rPr lang="en-US" dirty="0" err="1"/>
              <a:t>removeClass</a:t>
            </a:r>
            <a:r>
              <a:rPr lang="en-US" dirty="0"/>
              <a:t>("blue");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$("h1,h2,p").</a:t>
            </a:r>
            <a:r>
              <a:rPr lang="en-US" dirty="0" err="1"/>
              <a:t>toggleClass</a:t>
            </a:r>
            <a:r>
              <a:rPr lang="en-US" dirty="0"/>
              <a:t>("blue");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Atributos 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Retornando um valor de um atributo.</a:t>
            </a:r>
          </a:p>
          <a:p>
            <a:pPr>
              <a:buNone/>
            </a:pPr>
            <a:r>
              <a:rPr lang="en-US" dirty="0" smtClean="0"/>
              <a:t>$("p").</a:t>
            </a:r>
            <a:r>
              <a:rPr lang="en-US" dirty="0" err="1" smtClean="0"/>
              <a:t>css</a:t>
            </a:r>
            <a:r>
              <a:rPr lang="en-US" dirty="0" smtClean="0"/>
              <a:t>("background-color");</a:t>
            </a:r>
          </a:p>
          <a:p>
            <a:pPr>
              <a:buNone/>
            </a:pPr>
            <a:endParaRPr lang="en-US" dirty="0" smtClean="0"/>
          </a:p>
          <a:p>
            <a:r>
              <a:rPr lang="pt-BR" dirty="0" smtClean="0"/>
              <a:t>Alterando um atributo CSS</a:t>
            </a:r>
          </a:p>
          <a:p>
            <a:pPr>
              <a:buNone/>
            </a:pPr>
            <a:r>
              <a:rPr lang="en-US" dirty="0"/>
              <a:t>$("p").</a:t>
            </a:r>
            <a:r>
              <a:rPr lang="en-US" dirty="0" err="1"/>
              <a:t>css</a:t>
            </a:r>
            <a:r>
              <a:rPr lang="en-US" dirty="0"/>
              <a:t>("background-</a:t>
            </a:r>
            <a:r>
              <a:rPr lang="en-US" dirty="0" err="1"/>
              <a:t>color","yellow</a:t>
            </a:r>
            <a:r>
              <a:rPr lang="en-US" dirty="0"/>
              <a:t>");</a:t>
            </a:r>
            <a:endParaRPr lang="pt-BR" dirty="0" smtClean="0"/>
          </a:p>
          <a:p>
            <a:endParaRPr lang="pt-BR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Atributos 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Associando mais de um atributo</a:t>
            </a:r>
          </a:p>
          <a:p>
            <a:pPr>
              <a:buNone/>
            </a:pPr>
            <a:r>
              <a:rPr lang="en-US" dirty="0"/>
              <a:t>$("p").</a:t>
            </a:r>
            <a:r>
              <a:rPr lang="en-US" dirty="0" err="1"/>
              <a:t>css</a:t>
            </a:r>
            <a:r>
              <a:rPr lang="en-US" b="1" dirty="0" smtClean="0">
                <a:solidFill>
                  <a:srgbClr val="FF0000"/>
                </a:solidFill>
              </a:rPr>
              <a:t>({</a:t>
            </a:r>
          </a:p>
          <a:p>
            <a:pPr>
              <a:buNone/>
            </a:pPr>
            <a:r>
              <a:rPr lang="en-US" dirty="0" smtClean="0"/>
              <a:t>"</a:t>
            </a:r>
            <a:r>
              <a:rPr lang="en-US" dirty="0"/>
              <a:t>background-color":"yellow</a:t>
            </a:r>
            <a:r>
              <a:rPr lang="en-US" dirty="0" smtClean="0"/>
              <a:t>"</a:t>
            </a:r>
            <a:r>
              <a:rPr lang="en-US" b="1" dirty="0" smtClean="0">
                <a:solidFill>
                  <a:srgbClr val="FF0000"/>
                </a:solidFill>
              </a:rPr>
              <a:t>,</a:t>
            </a:r>
          </a:p>
          <a:p>
            <a:pPr>
              <a:buNone/>
            </a:pPr>
            <a:r>
              <a:rPr lang="en-US" dirty="0" smtClean="0"/>
              <a:t>"</a:t>
            </a:r>
            <a:r>
              <a:rPr lang="en-US" dirty="0"/>
              <a:t>font-size":"200</a:t>
            </a:r>
            <a:r>
              <a:rPr lang="en-US" dirty="0" smtClean="0"/>
              <a:t>%“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});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width()</a:t>
            </a:r>
          </a:p>
          <a:p>
            <a:r>
              <a:rPr lang="en-US" dirty="0"/>
              <a:t>height()</a:t>
            </a:r>
          </a:p>
          <a:p>
            <a:r>
              <a:rPr lang="en-US" dirty="0" err="1"/>
              <a:t>innerWidth</a:t>
            </a:r>
            <a:r>
              <a:rPr lang="en-US" dirty="0"/>
              <a:t>()</a:t>
            </a:r>
          </a:p>
          <a:p>
            <a:r>
              <a:rPr lang="en-US" dirty="0" err="1"/>
              <a:t>innerHeight</a:t>
            </a:r>
            <a:r>
              <a:rPr lang="en-US" dirty="0"/>
              <a:t>()</a:t>
            </a:r>
          </a:p>
          <a:p>
            <a:r>
              <a:rPr lang="en-US" dirty="0" err="1"/>
              <a:t>outerWidth</a:t>
            </a:r>
            <a:r>
              <a:rPr lang="en-US" dirty="0"/>
              <a:t>()</a:t>
            </a:r>
          </a:p>
          <a:p>
            <a:r>
              <a:rPr lang="en-US" dirty="0" err="1"/>
              <a:t>outerHeight</a:t>
            </a:r>
            <a:r>
              <a:rPr lang="en-US" dirty="0"/>
              <a:t>()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pic>
        <p:nvPicPr>
          <p:cNvPr id="1026" name="Picture 2" descr="jQuery Dimensions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65375" y="2228850"/>
            <a:ext cx="46482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width</a:t>
            </a:r>
            <a:r>
              <a:rPr lang="en-US" dirty="0"/>
              <a:t>() </a:t>
            </a:r>
            <a:r>
              <a:rPr lang="en-US" dirty="0" err="1" smtClean="0"/>
              <a:t>metodo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a </a:t>
            </a:r>
            <a:r>
              <a:rPr lang="en-US" dirty="0" err="1" smtClean="0"/>
              <a:t>largura</a:t>
            </a:r>
            <a:r>
              <a:rPr lang="en-US" dirty="0" smtClean="0"/>
              <a:t> de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incluindo</a:t>
            </a:r>
            <a:r>
              <a:rPr lang="en-US" dirty="0" smtClean="0"/>
              <a:t>: </a:t>
            </a:r>
            <a:r>
              <a:rPr lang="en-US" dirty="0"/>
              <a:t>padding, border, </a:t>
            </a:r>
            <a:r>
              <a:rPr lang="en-US" dirty="0" err="1" smtClean="0"/>
              <a:t>ou</a:t>
            </a:r>
            <a:r>
              <a:rPr lang="en-US" dirty="0" smtClean="0"/>
              <a:t> margin.</a:t>
            </a:r>
            <a:endParaRPr lang="en-US" dirty="0"/>
          </a:p>
          <a:p>
            <a:r>
              <a:rPr lang="en-US" dirty="0"/>
              <a:t>The height() </a:t>
            </a:r>
            <a:r>
              <a:rPr lang="en-US" dirty="0" err="1" smtClean="0"/>
              <a:t>metodo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a </a:t>
            </a:r>
            <a:r>
              <a:rPr lang="en-US" dirty="0" err="1" smtClean="0"/>
              <a:t>altura</a:t>
            </a:r>
            <a:r>
              <a:rPr lang="en-US" dirty="0" smtClean="0"/>
              <a:t> de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incluindo</a:t>
            </a:r>
            <a:r>
              <a:rPr lang="en-US" dirty="0" smtClean="0"/>
              <a:t>: padding, border, </a:t>
            </a:r>
            <a:r>
              <a:rPr lang="en-US" dirty="0" err="1" smtClean="0"/>
              <a:t>ou</a:t>
            </a:r>
            <a:r>
              <a:rPr lang="en-US" dirty="0" smtClean="0"/>
              <a:t> margin.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</a:t>
            </a:r>
            <a:r>
              <a:rPr lang="en-US" dirty="0" err="1"/>
              <a:t>var</a:t>
            </a:r>
            <a:r>
              <a:rPr lang="en-US" dirty="0"/>
              <a:t> txt="";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txt+="Width: " + $("#div1").width() + "&lt;/</a:t>
            </a:r>
            <a:r>
              <a:rPr lang="en-US" dirty="0" err="1"/>
              <a:t>br</a:t>
            </a:r>
            <a:r>
              <a:rPr lang="en-US" dirty="0"/>
              <a:t>&gt;";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txt+="Height: " + $("#div1").height();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$("#div1").html(txt);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innerWidth</a:t>
            </a:r>
            <a:r>
              <a:rPr lang="en-US" dirty="0" smtClean="0"/>
              <a:t>() </a:t>
            </a:r>
            <a:r>
              <a:rPr lang="en-US" dirty="0" err="1" smtClean="0"/>
              <a:t>metodo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a </a:t>
            </a:r>
            <a:r>
              <a:rPr lang="en-US" dirty="0" err="1" smtClean="0"/>
              <a:t>largura</a:t>
            </a:r>
            <a:r>
              <a:rPr lang="en-US" dirty="0" smtClean="0"/>
              <a:t> de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incluindo</a:t>
            </a:r>
            <a:r>
              <a:rPr lang="en-US" dirty="0" smtClean="0"/>
              <a:t> o padding.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innerHeight</a:t>
            </a:r>
            <a:r>
              <a:rPr lang="en-US" dirty="0" smtClean="0"/>
              <a:t>() </a:t>
            </a:r>
            <a:r>
              <a:rPr lang="en-US" dirty="0" err="1" smtClean="0"/>
              <a:t>metodo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a </a:t>
            </a:r>
            <a:r>
              <a:rPr lang="en-US" dirty="0" err="1" smtClean="0"/>
              <a:t>altura</a:t>
            </a:r>
            <a:r>
              <a:rPr lang="en-US" dirty="0" smtClean="0"/>
              <a:t> de um </a:t>
            </a:r>
            <a:r>
              <a:rPr lang="en-US" dirty="0" err="1" smtClean="0"/>
              <a:t>elemento</a:t>
            </a:r>
            <a:r>
              <a:rPr lang="en-US" dirty="0" smtClean="0"/>
              <a:t>  </a:t>
            </a:r>
            <a:r>
              <a:rPr lang="en-US" dirty="0" err="1" smtClean="0"/>
              <a:t>incluindo</a:t>
            </a:r>
            <a:r>
              <a:rPr lang="en-US" dirty="0" smtClean="0"/>
              <a:t> o padding.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</a:t>
            </a:r>
            <a:r>
              <a:rPr lang="en-US" dirty="0" err="1"/>
              <a:t>var</a:t>
            </a:r>
            <a:r>
              <a:rPr lang="en-US" dirty="0"/>
              <a:t> txt="";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txt+="Inner width: " + $("#div1").</a:t>
            </a:r>
            <a:r>
              <a:rPr lang="en-US" dirty="0" err="1"/>
              <a:t>innerWidth</a:t>
            </a:r>
            <a:r>
              <a:rPr lang="en-US" dirty="0"/>
              <a:t>() + "&lt;/</a:t>
            </a:r>
            <a:r>
              <a:rPr lang="en-US" dirty="0" err="1"/>
              <a:t>br</a:t>
            </a:r>
            <a:r>
              <a:rPr lang="en-US" dirty="0"/>
              <a:t>&gt;";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txt+="Inner height: " + $("#div1").</a:t>
            </a:r>
            <a:r>
              <a:rPr lang="en-US" dirty="0" err="1"/>
              <a:t>innerHeight</a:t>
            </a:r>
            <a:r>
              <a:rPr lang="en-US" dirty="0"/>
              <a:t>();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$("#div1").html(txt);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outerWidth</a:t>
            </a:r>
            <a:r>
              <a:rPr lang="en-US" dirty="0"/>
              <a:t>() </a:t>
            </a:r>
            <a:r>
              <a:rPr lang="en-US" dirty="0" err="1" smtClean="0"/>
              <a:t>metodo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</a:t>
            </a:r>
            <a:r>
              <a:rPr lang="en-US" dirty="0" err="1" smtClean="0"/>
              <a:t>largura</a:t>
            </a:r>
            <a:r>
              <a:rPr lang="en-US" dirty="0" smtClean="0"/>
              <a:t> do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 smtClean="0"/>
              <a:t>incluindo</a:t>
            </a:r>
            <a:r>
              <a:rPr lang="en-US" dirty="0" smtClean="0"/>
              <a:t> padding e </a:t>
            </a:r>
            <a:r>
              <a:rPr lang="en-US" dirty="0"/>
              <a:t>border).</a:t>
            </a:r>
          </a:p>
          <a:p>
            <a:r>
              <a:rPr lang="en-US" dirty="0" err="1" smtClean="0"/>
              <a:t>outerHeight</a:t>
            </a:r>
            <a:r>
              <a:rPr lang="en-US" dirty="0"/>
              <a:t>() </a:t>
            </a:r>
            <a:r>
              <a:rPr lang="en-US" dirty="0" err="1" smtClean="0"/>
              <a:t>metodo</a:t>
            </a:r>
            <a:r>
              <a:rPr lang="en-US" dirty="0" smtClean="0"/>
              <a:t> </a:t>
            </a:r>
            <a:r>
              <a:rPr lang="en-US" dirty="0" err="1" smtClean="0"/>
              <a:t>retorna</a:t>
            </a:r>
            <a:r>
              <a:rPr lang="en-US" dirty="0" smtClean="0"/>
              <a:t> </a:t>
            </a:r>
            <a:r>
              <a:rPr lang="en-US" dirty="0" err="1" smtClean="0"/>
              <a:t>altura</a:t>
            </a:r>
            <a:r>
              <a:rPr lang="en-US" dirty="0" smtClean="0"/>
              <a:t> do </a:t>
            </a:r>
            <a:r>
              <a:rPr lang="en-US" dirty="0" err="1" smtClean="0"/>
              <a:t>elemento</a:t>
            </a:r>
            <a:r>
              <a:rPr lang="en-US" dirty="0" smtClean="0"/>
              <a:t> (</a:t>
            </a:r>
            <a:r>
              <a:rPr lang="en-US" dirty="0" err="1" smtClean="0"/>
              <a:t>incluindo</a:t>
            </a:r>
            <a:r>
              <a:rPr lang="en-US" dirty="0" smtClean="0"/>
              <a:t> padding e border).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</a:t>
            </a:r>
            <a:r>
              <a:rPr lang="en-US" dirty="0" err="1"/>
              <a:t>var</a:t>
            </a:r>
            <a:r>
              <a:rPr lang="en-US" dirty="0"/>
              <a:t> txt="";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txt+="Outer width: " + $("#div1").</a:t>
            </a:r>
            <a:r>
              <a:rPr lang="en-US" dirty="0" err="1"/>
              <a:t>outerWidth</a:t>
            </a:r>
            <a:r>
              <a:rPr lang="en-US" dirty="0"/>
              <a:t>() + "&lt;/</a:t>
            </a:r>
            <a:r>
              <a:rPr lang="en-US" dirty="0" err="1"/>
              <a:t>br</a:t>
            </a:r>
            <a:r>
              <a:rPr lang="en-US" dirty="0"/>
              <a:t>&gt;";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txt+="Outer height: " + $("#div1").</a:t>
            </a:r>
            <a:r>
              <a:rPr lang="en-US" dirty="0" err="1"/>
              <a:t>outerHeight</a:t>
            </a:r>
            <a:r>
              <a:rPr lang="en-US" dirty="0"/>
              <a:t>();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$("#div1").html(txt);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Largura e altura da tela e da janela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$("</a:t>
            </a:r>
            <a:r>
              <a:rPr lang="en-US" dirty="0"/>
              <a:t>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$(</a:t>
            </a:r>
            <a:r>
              <a:rPr lang="en-US" dirty="0"/>
              <a:t>document).width();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$(document).height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$(</a:t>
            </a:r>
            <a:r>
              <a:rPr lang="en-US" dirty="0"/>
              <a:t>window).width</a:t>
            </a:r>
            <a:r>
              <a:rPr lang="en-US" dirty="0" smtClean="0"/>
              <a:t>(); </a:t>
            </a:r>
          </a:p>
          <a:p>
            <a:pPr>
              <a:buNone/>
            </a:pPr>
            <a:r>
              <a:rPr lang="en-US" dirty="0" smtClean="0"/>
              <a:t>	$(</a:t>
            </a:r>
            <a:r>
              <a:rPr lang="en-US" dirty="0"/>
              <a:t>window).height();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Para definir dimensões, basta passar o valor como parâmetro</a:t>
            </a:r>
          </a:p>
          <a:p>
            <a:pPr>
              <a:buNone/>
            </a:pPr>
            <a:r>
              <a:rPr lang="en-US" dirty="0"/>
              <a:t>$("button").click(function(){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 $("#div1").width(500).height(500);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96</TotalTime>
  <Words>673</Words>
  <Application>Microsoft Office PowerPoint</Application>
  <PresentationFormat>Apresentação na tela (4:3)</PresentationFormat>
  <Paragraphs>124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Mediano</vt:lpstr>
      <vt:lpstr>JQUERY</vt:lpstr>
      <vt:lpstr>Slide 2</vt:lpstr>
      <vt:lpstr>Conteúdo - text(), html(), e val()</vt:lpstr>
      <vt:lpstr>Conteúdo - text(), html(), e val()</vt:lpstr>
      <vt:lpstr>Conteúdo - text(), html(), e val()</vt:lpstr>
      <vt:lpstr>Lendo Atributos – attr()</vt:lpstr>
      <vt:lpstr>Conteúdo - text(), html(), e val()</vt:lpstr>
      <vt:lpstr>Alterando Atributos – attr()</vt:lpstr>
      <vt:lpstr>Alterando Atributos – attr()</vt:lpstr>
      <vt:lpstr>Adicionando novos elementos HTML</vt:lpstr>
      <vt:lpstr>Adicionando novos elementos HTML</vt:lpstr>
      <vt:lpstr>Adicionando novos elementos HTML</vt:lpstr>
      <vt:lpstr>Removendo Elementos</vt:lpstr>
      <vt:lpstr>Removendo Elementos</vt:lpstr>
      <vt:lpstr>Filtrando elementos a serem removidos</vt:lpstr>
      <vt:lpstr>Manipulando CSS</vt:lpstr>
      <vt:lpstr>Manipulando CSS</vt:lpstr>
      <vt:lpstr>Manipulando CSS</vt:lpstr>
      <vt:lpstr>Atributos CSS</vt:lpstr>
      <vt:lpstr>Atributos CSS</vt:lpstr>
      <vt:lpstr>Dimensões</vt:lpstr>
      <vt:lpstr>Dimensões</vt:lpstr>
      <vt:lpstr>Dimensões</vt:lpstr>
      <vt:lpstr>Dimensões</vt:lpstr>
      <vt:lpstr>Dimensões</vt:lpstr>
      <vt:lpstr>Dimensões</vt:lpstr>
      <vt:lpstr>Dimensões</vt:lpstr>
      <vt:lpstr>Dimensões</vt:lpstr>
      <vt:lpstr>Dimensões</vt:lpstr>
      <vt:lpstr>Dimensões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</dc:title>
  <dc:creator>Norton Barros Glaser</dc:creator>
  <cp:lastModifiedBy>Norton Barros Glaser</cp:lastModifiedBy>
  <cp:revision>15</cp:revision>
  <dcterms:created xsi:type="dcterms:W3CDTF">2013-10-24T16:46:41Z</dcterms:created>
  <dcterms:modified xsi:type="dcterms:W3CDTF">2013-10-24T18:23:30Z</dcterms:modified>
</cp:coreProperties>
</file>