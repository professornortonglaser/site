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72" r:id="rId5"/>
    <p:sldId id="266" r:id="rId6"/>
    <p:sldId id="267" r:id="rId7"/>
    <p:sldId id="268" r:id="rId8"/>
    <p:sldId id="273" r:id="rId9"/>
    <p:sldId id="274" r:id="rId10"/>
    <p:sldId id="269" r:id="rId11"/>
    <p:sldId id="270" r:id="rId12"/>
    <p:sldId id="271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3" autoAdjust="0"/>
    <p:restoredTop sz="94660"/>
  </p:normalViewPr>
  <p:slideViewPr>
    <p:cSldViewPr>
      <p:cViewPr varScale="1">
        <p:scale>
          <a:sx n="38" d="100"/>
          <a:sy n="38" d="100"/>
        </p:scale>
        <p:origin x="-1368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01/08/2013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de SCRIPTS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Conceitos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4000" dirty="0" smtClean="0"/>
              <a:t>São </a:t>
            </a:r>
            <a:r>
              <a:rPr lang="pt-BR" sz="4000" dirty="0" smtClean="0"/>
              <a:t>linguagens de programação executadas do interior </a:t>
            </a:r>
            <a:r>
              <a:rPr lang="pt-BR" sz="4000" dirty="0" smtClean="0"/>
              <a:t>de </a:t>
            </a:r>
            <a:r>
              <a:rPr lang="pt-BR" sz="4000" dirty="0" smtClean="0"/>
              <a:t>programas ou de outras linguagens de programação, </a:t>
            </a:r>
            <a:r>
              <a:rPr lang="pt-BR" sz="4000" dirty="0" smtClean="0"/>
              <a:t> não </a:t>
            </a:r>
            <a:r>
              <a:rPr lang="pt-BR" sz="4000" dirty="0" smtClean="0"/>
              <a:t>se restringindo a esses ambientes. </a:t>
            </a:r>
            <a:endParaRPr lang="pt-BR" sz="4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sz="4000" dirty="0" smtClean="0"/>
              <a:t> As linguagens de script servem para estender a funcionalidade de um programa e/ou controlá-lo, acessando sua API e, são frequentemente usadas como ferramentas de configuração e instalação em sistemas operacionais (Shell script), como por exemplo, em alguns sistemas operacionais da família Linux, que usam a linguagem </a:t>
            </a:r>
            <a:r>
              <a:rPr lang="pt-BR" sz="4000" dirty="0" err="1" smtClean="0"/>
              <a:t>bash</a:t>
            </a:r>
            <a:r>
              <a:rPr lang="pt-BR" sz="4000" dirty="0" smtClean="0"/>
              <a:t>. 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3600" dirty="0" smtClean="0"/>
              <a:t>Podem ser  utilizadas no apoio de automação de processos manuais repetitivos em diversos sistemas.</a:t>
            </a:r>
          </a:p>
          <a:p>
            <a:r>
              <a:rPr lang="pt-BR" sz="3600" dirty="0" smtClean="0"/>
              <a:t>Todas as linguagens de script são linguagens interpretadas, porém, nem todas as linguagens interpretadas são linguagens de script. 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Linguagem</a:t>
            </a:r>
            <a:r>
              <a:rPr lang="en-US" dirty="0" smtClean="0"/>
              <a:t> </a:t>
            </a:r>
            <a:r>
              <a:rPr lang="en-US" dirty="0" err="1" smtClean="0"/>
              <a:t>interpretada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Linguagem interpretada é uma linguagem de programação, onde o código fonte nessa linguagem é executado por um programa de computador chamado interpretador, que em seguida é executado pelo sistema operacional ou </a:t>
            </a:r>
            <a:r>
              <a:rPr lang="pt-BR" dirty="0" smtClean="0"/>
              <a:t>processador.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Vantagens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</a:t>
            </a:r>
            <a:r>
              <a:rPr lang="pt-BR" dirty="0" smtClean="0"/>
              <a:t>rápidas e praticas, permitem agregar funcionalidades </a:t>
            </a:r>
            <a:r>
              <a:rPr lang="pt-BR" dirty="0" smtClean="0"/>
              <a:t>sem depender </a:t>
            </a:r>
            <a:r>
              <a:rPr lang="pt-BR" dirty="0" smtClean="0"/>
              <a:t>de ferramentas e compiladores.</a:t>
            </a:r>
          </a:p>
          <a:p>
            <a:r>
              <a:rPr lang="pt-BR" dirty="0" smtClean="0"/>
              <a:t>Podem </a:t>
            </a:r>
            <a:r>
              <a:rPr lang="pt-BR" dirty="0" smtClean="0"/>
              <a:t>ser adaptadas a diversas </a:t>
            </a:r>
            <a:r>
              <a:rPr lang="pt-BR" dirty="0" smtClean="0"/>
              <a:t>tecnologias</a:t>
            </a:r>
          </a:p>
          <a:p>
            <a:r>
              <a:rPr lang="pt-BR" dirty="0" smtClean="0"/>
              <a:t>Não dependem de instalações e ou bibliotecas.</a:t>
            </a:r>
          </a:p>
          <a:p>
            <a:r>
              <a:rPr lang="pt-BR" dirty="0" smtClean="0"/>
              <a:t>Não precisam de uma ferramenta especifica de desenvolvimento.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Desvantagens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Por não ser compilada, erros de sintaxe não são identificados </a:t>
            </a:r>
            <a:r>
              <a:rPr lang="pt-BR" dirty="0" smtClean="0"/>
              <a:t>no desenvolvimento</a:t>
            </a:r>
            <a:r>
              <a:rPr lang="pt-BR" dirty="0" smtClean="0"/>
              <a:t>.</a:t>
            </a:r>
          </a:p>
          <a:p>
            <a:r>
              <a:rPr lang="pt-BR" dirty="0" smtClean="0"/>
              <a:t>Não </a:t>
            </a:r>
            <a:r>
              <a:rPr lang="pt-BR" dirty="0" smtClean="0"/>
              <a:t>tem acesso completo a recursos da maquina por questões </a:t>
            </a:r>
            <a:r>
              <a:rPr lang="pt-BR" dirty="0" smtClean="0"/>
              <a:t>de segurança</a:t>
            </a:r>
            <a:r>
              <a:rPr lang="pt-BR" dirty="0" smtClean="0"/>
              <a:t>.</a:t>
            </a:r>
          </a:p>
          <a:p>
            <a:r>
              <a:rPr lang="pt-BR" dirty="0" smtClean="0"/>
              <a:t>Depende </a:t>
            </a:r>
            <a:r>
              <a:rPr lang="pt-BR" dirty="0" smtClean="0"/>
              <a:t>de um interpretador local para ser executado.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JCL (</a:t>
            </a:r>
            <a:r>
              <a:rPr lang="pt-BR" dirty="0" err="1" smtClean="0"/>
              <a:t>job</a:t>
            </a:r>
            <a:r>
              <a:rPr lang="pt-BR" dirty="0" smtClean="0"/>
              <a:t> </a:t>
            </a:r>
            <a:r>
              <a:rPr lang="pt-BR" dirty="0" err="1" smtClean="0"/>
              <a:t>control</a:t>
            </a:r>
            <a:r>
              <a:rPr lang="pt-BR" dirty="0" smtClean="0"/>
              <a:t> </a:t>
            </a:r>
            <a:r>
              <a:rPr lang="pt-BR" dirty="0" err="1" smtClean="0"/>
              <a:t>language</a:t>
            </a:r>
            <a:r>
              <a:rPr lang="pt-BR" dirty="0" smtClean="0"/>
              <a:t>) foi uma linguagem utilizada nos mainframes para gerenciar a carga dos programas em lote.</a:t>
            </a:r>
          </a:p>
          <a:p>
            <a:r>
              <a:rPr lang="pt-BR" dirty="0" smtClean="0"/>
              <a:t>Na década de 60 os primeiros </a:t>
            </a:r>
            <a:r>
              <a:rPr lang="pt-BR" dirty="0" err="1" smtClean="0"/>
              <a:t>Shells</a:t>
            </a:r>
            <a:r>
              <a:rPr lang="pt-BR" dirty="0" smtClean="0"/>
              <a:t> interativos permitiam a execução de scripts chamados RUNCOMM.</a:t>
            </a:r>
          </a:p>
          <a:p>
            <a:endParaRPr lang="pt-BR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História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 smtClean="0"/>
              <a:t>Linguagens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</a:t>
            </a:r>
            <a:r>
              <a:rPr lang="en-US" dirty="0" err="1" smtClean="0"/>
              <a:t>Tcl</a:t>
            </a:r>
            <a:r>
              <a:rPr lang="en-US" dirty="0" smtClean="0"/>
              <a:t> </a:t>
            </a:r>
            <a:r>
              <a:rPr lang="en-US" dirty="0" smtClean="0"/>
              <a:t>e </a:t>
            </a:r>
            <a:r>
              <a:rPr lang="en-US" dirty="0" err="1" smtClean="0"/>
              <a:t>Lua</a:t>
            </a:r>
            <a:r>
              <a:rPr lang="en-US" dirty="0" smtClean="0"/>
              <a:t> </a:t>
            </a:r>
            <a:r>
              <a:rPr lang="en-US" dirty="0" err="1" smtClean="0"/>
              <a:t>foram</a:t>
            </a:r>
            <a:r>
              <a:rPr lang="en-US" dirty="0" smtClean="0"/>
              <a:t> </a:t>
            </a:r>
            <a:r>
              <a:rPr lang="en-US" dirty="0" err="1" smtClean="0"/>
              <a:t>criadas</a:t>
            </a:r>
            <a:r>
              <a:rPr lang="en-US" dirty="0" smtClean="0"/>
              <a:t> 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utiliziação</a:t>
            </a:r>
            <a:r>
              <a:rPr lang="en-US" dirty="0" smtClean="0"/>
              <a:t> </a:t>
            </a:r>
            <a:r>
              <a:rPr lang="en-US" dirty="0" err="1" smtClean="0"/>
              <a:t>geral</a:t>
            </a:r>
            <a:r>
              <a:rPr lang="en-US" dirty="0" smtClean="0"/>
              <a:t> e </a:t>
            </a:r>
            <a:r>
              <a:rPr lang="en-US" dirty="0" err="1" smtClean="0"/>
              <a:t>podiam</a:t>
            </a:r>
            <a:r>
              <a:rPr lang="en-US" dirty="0" smtClean="0"/>
              <a:t> ser </a:t>
            </a:r>
            <a:r>
              <a:rPr lang="en-US" dirty="0" err="1" smtClean="0"/>
              <a:t>agregadas</a:t>
            </a:r>
            <a:r>
              <a:rPr lang="en-US" dirty="0" smtClean="0"/>
              <a:t> a </a:t>
            </a:r>
            <a:r>
              <a:rPr lang="en-US" dirty="0" err="1" smtClean="0"/>
              <a:t>qualquer</a:t>
            </a:r>
            <a:r>
              <a:rPr lang="en-US" dirty="0" smtClean="0"/>
              <a:t> </a:t>
            </a:r>
            <a:r>
              <a:rPr lang="en-US" dirty="0" err="1" smtClean="0"/>
              <a:t>aplicação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Outras</a:t>
            </a:r>
            <a:r>
              <a:rPr lang="en-US" dirty="0" smtClean="0"/>
              <a:t> </a:t>
            </a:r>
            <a:r>
              <a:rPr lang="en-US" dirty="0" err="1" smtClean="0"/>
              <a:t>linguagens</a:t>
            </a:r>
            <a:r>
              <a:rPr lang="en-US" dirty="0" smtClean="0"/>
              <a:t> </a:t>
            </a:r>
            <a:r>
              <a:rPr lang="en-US" dirty="0" err="1" smtClean="0"/>
              <a:t>como</a:t>
            </a:r>
            <a:r>
              <a:rPr lang="en-US" dirty="0" smtClean="0"/>
              <a:t> VBA (Visual Basic for Application)  </a:t>
            </a:r>
            <a:r>
              <a:rPr lang="en-US" dirty="0" err="1" smtClean="0"/>
              <a:t>implementa</a:t>
            </a:r>
            <a:r>
              <a:rPr lang="en-US" dirty="0" smtClean="0"/>
              <a:t> </a:t>
            </a:r>
            <a:r>
              <a:rPr lang="en-US" dirty="0" err="1" smtClean="0"/>
              <a:t>uma</a:t>
            </a:r>
            <a:r>
              <a:rPr lang="en-US" dirty="0" smtClean="0"/>
              <a:t> forte </a:t>
            </a:r>
            <a:r>
              <a:rPr lang="en-US" dirty="0" err="1" smtClean="0"/>
              <a:t>intergração</a:t>
            </a:r>
            <a:r>
              <a:rPr lang="en-US" dirty="0" smtClean="0"/>
              <a:t> </a:t>
            </a:r>
            <a:r>
              <a:rPr lang="en-US" dirty="0" err="1" smtClean="0"/>
              <a:t>para</a:t>
            </a:r>
            <a:r>
              <a:rPr lang="en-US" dirty="0" smtClean="0"/>
              <a:t> </a:t>
            </a:r>
            <a:r>
              <a:rPr lang="en-US" dirty="0" err="1" smtClean="0"/>
              <a:t>automação</a:t>
            </a:r>
            <a:r>
              <a:rPr lang="en-US" dirty="0" smtClean="0"/>
              <a:t>.</a:t>
            </a:r>
          </a:p>
          <a:p>
            <a:r>
              <a:rPr lang="pt-BR" dirty="0" smtClean="0"/>
              <a:t>Alguns </a:t>
            </a:r>
            <a:r>
              <a:rPr lang="pt-BR" dirty="0" smtClean="0"/>
              <a:t>softwares incorporam </a:t>
            </a:r>
            <a:r>
              <a:rPr lang="pt-BR" dirty="0" smtClean="0"/>
              <a:t>várias linguagens de script diferentes. Navegadores modernos normalmente fornecem uma linguagem para escrever extensões para o navegador em si, e várias linguagens incorporadas padrão para controlar o browser, incluindo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Algumas Linguagens de Scripts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ActionScript</a:t>
            </a:r>
            <a:endParaRPr lang="en-US" dirty="0" smtClean="0"/>
          </a:p>
          <a:p>
            <a:r>
              <a:rPr lang="en-US" dirty="0" smtClean="0"/>
              <a:t>JavaScript</a:t>
            </a:r>
          </a:p>
          <a:p>
            <a:r>
              <a:rPr lang="en-US" dirty="0" err="1" smtClean="0"/>
              <a:t>Lua</a:t>
            </a:r>
            <a:endParaRPr lang="en-US" dirty="0" smtClean="0"/>
          </a:p>
          <a:p>
            <a:r>
              <a:rPr lang="en-US" dirty="0" smtClean="0"/>
              <a:t>Python</a:t>
            </a:r>
          </a:p>
          <a:p>
            <a:r>
              <a:rPr lang="en-US" dirty="0" smtClean="0"/>
              <a:t>Ruby</a:t>
            </a:r>
          </a:p>
          <a:p>
            <a:r>
              <a:rPr lang="pt-BR" dirty="0" err="1" smtClean="0"/>
              <a:t>JQuery</a:t>
            </a:r>
            <a:endParaRPr lang="en-US" dirty="0" smtClean="0"/>
          </a:p>
          <a:p>
            <a:r>
              <a:rPr lang="en-US" dirty="0" smtClean="0"/>
              <a:t>VBScript</a:t>
            </a:r>
          </a:p>
          <a:p>
            <a:r>
              <a:rPr lang="en-US" dirty="0" err="1" smtClean="0"/>
              <a:t>Wsh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smtClean="0"/>
              <a:t>O que é o </a:t>
            </a:r>
            <a:r>
              <a:rPr lang="pt-BR" b="1" dirty="0" err="1" smtClean="0"/>
              <a:t>javascript</a:t>
            </a:r>
            <a:r>
              <a:rPr lang="pt-BR" b="1" dirty="0" smtClean="0"/>
              <a:t> e qual a sua aplicação?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pt-BR" sz="4000" dirty="0" smtClean="0"/>
              <a:t>E uma linguagem de script divergente da linguagem </a:t>
            </a:r>
            <a:r>
              <a:rPr lang="pt-BR" sz="4000" dirty="0" err="1" smtClean="0"/>
              <a:t>java</a:t>
            </a:r>
            <a:r>
              <a:rPr lang="pt-BR" sz="4000" dirty="0" smtClean="0"/>
              <a:t>, </a:t>
            </a:r>
            <a:r>
              <a:rPr lang="pt-BR" sz="4000" dirty="0" smtClean="0"/>
              <a:t>e utilizada </a:t>
            </a:r>
            <a:r>
              <a:rPr lang="pt-BR" sz="4000" dirty="0" smtClean="0"/>
              <a:t>em páginas web e permitem a execução de algoritmos</a:t>
            </a:r>
            <a:br>
              <a:rPr lang="pt-BR" sz="4000" dirty="0" smtClean="0"/>
            </a:br>
            <a:r>
              <a:rPr lang="pt-BR" sz="4000" dirty="0" smtClean="0"/>
              <a:t>no navegador do cliente, auxilia a validação de formulários </a:t>
            </a:r>
            <a:r>
              <a:rPr lang="pt-BR" sz="4000" dirty="0" smtClean="0"/>
              <a:t>e implementa </a:t>
            </a:r>
            <a:r>
              <a:rPr lang="pt-BR" sz="4000" dirty="0" smtClean="0"/>
              <a:t>recursos de navegabilidade.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que é linguagem de script, de exemplos de </a:t>
            </a:r>
            <a:r>
              <a:rPr lang="pt-BR" smtClean="0"/>
              <a:t>sua utilização?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121</TotalTime>
  <Words>410</Words>
  <Application>Microsoft Office PowerPoint</Application>
  <PresentationFormat>Apresentação na tela (4:3)</PresentationFormat>
  <Paragraphs>40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Mediano</vt:lpstr>
      <vt:lpstr>Programação de SCRIPTS</vt:lpstr>
      <vt:lpstr>O que é ?</vt:lpstr>
      <vt:lpstr>O que é</vt:lpstr>
      <vt:lpstr>O que é</vt:lpstr>
      <vt:lpstr>Linguagem interpretada</vt:lpstr>
      <vt:lpstr>Vantagens</vt:lpstr>
      <vt:lpstr>Desvantagens</vt:lpstr>
      <vt:lpstr>História</vt:lpstr>
      <vt:lpstr>História</vt:lpstr>
      <vt:lpstr>Algumas Linguagens de Scripts</vt:lpstr>
      <vt:lpstr>O que é o javascript e qual a sua aplicação?</vt:lpstr>
      <vt:lpstr>Atividade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Norton Barros Glaser</cp:lastModifiedBy>
  <cp:revision>29</cp:revision>
  <dcterms:created xsi:type="dcterms:W3CDTF">2013-02-08T17:26:03Z</dcterms:created>
  <dcterms:modified xsi:type="dcterms:W3CDTF">2013-08-01T18:59:13Z</dcterms:modified>
</cp:coreProperties>
</file>