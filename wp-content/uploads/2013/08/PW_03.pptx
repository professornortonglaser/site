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5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5E933AA-01FB-405F-9205-0194A37048AF}" type="datetimeFigureOut">
              <a:rPr lang="pt-BR" smtClean="0"/>
              <a:t>10/08/2013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1E08D8A-FC6E-4D14-AC72-895FE622D89C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HTML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HTML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HTML – HYPER TEXT MARKUP LANGUAGE </a:t>
            </a:r>
          </a:p>
          <a:p>
            <a:r>
              <a:rPr lang="pt-BR" dirty="0" smtClean="0"/>
              <a:t>Linguagem de marcação de hipertexto</a:t>
            </a:r>
          </a:p>
          <a:p>
            <a:r>
              <a:rPr lang="pt-BR" dirty="0" smtClean="0"/>
              <a:t>Linguagem de formatação de conteúdo</a:t>
            </a:r>
          </a:p>
          <a:p>
            <a:r>
              <a:rPr lang="pt-BR" dirty="0" smtClean="0"/>
              <a:t>Composta por </a:t>
            </a:r>
            <a:r>
              <a:rPr lang="pt-BR" dirty="0" err="1" smtClean="0"/>
              <a:t>tags</a:t>
            </a:r>
            <a:r>
              <a:rPr lang="pt-BR" dirty="0" smtClean="0"/>
              <a:t> (etiquetas)</a:t>
            </a:r>
          </a:p>
          <a:p>
            <a:r>
              <a:rPr lang="pt-BR" dirty="0" smtClean="0"/>
              <a:t>Processadas por navegadores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são identificadores limitados por &lt; &gt;</a:t>
            </a:r>
          </a:p>
          <a:p>
            <a:r>
              <a:rPr lang="pt-BR" dirty="0" smtClean="0"/>
              <a:t>Podem ser de dois tipos</a:t>
            </a:r>
          </a:p>
          <a:p>
            <a:pPr lvl="1"/>
            <a:r>
              <a:rPr lang="pt-BR" dirty="0" smtClean="0"/>
              <a:t>Grupo</a:t>
            </a:r>
          </a:p>
          <a:p>
            <a:pPr lvl="2"/>
            <a:r>
              <a:rPr lang="pt-BR" dirty="0" smtClean="0"/>
              <a:t>&lt;P&gt;  CONTEUDO &lt;/p&gt;</a:t>
            </a:r>
          </a:p>
          <a:p>
            <a:pPr lvl="1"/>
            <a:r>
              <a:rPr lang="pt-BR" dirty="0" smtClean="0"/>
              <a:t>Individuais</a:t>
            </a:r>
          </a:p>
          <a:p>
            <a:pPr lvl="2"/>
            <a:r>
              <a:rPr lang="pt-BR" dirty="0" smtClean="0"/>
              <a:t>&lt;input </a:t>
            </a:r>
            <a:r>
              <a:rPr lang="pt-BR" dirty="0" err="1" smtClean="0"/>
              <a:t>type</a:t>
            </a:r>
            <a:r>
              <a:rPr lang="pt-BR" dirty="0" smtClean="0"/>
              <a:t>=“</a:t>
            </a:r>
            <a:r>
              <a:rPr lang="pt-BR" dirty="0" err="1" smtClean="0"/>
              <a:t>text</a:t>
            </a:r>
            <a:r>
              <a:rPr lang="pt-BR" dirty="0" smtClean="0"/>
              <a:t>” </a:t>
            </a:r>
            <a:r>
              <a:rPr lang="pt-BR" dirty="0" err="1" smtClean="0"/>
              <a:t>value</a:t>
            </a:r>
            <a:r>
              <a:rPr lang="pt-BR" dirty="0" smtClean="0"/>
              <a:t>=“”&gt;</a:t>
            </a:r>
          </a:p>
          <a:p>
            <a:pPr lvl="2">
              <a:buNone/>
            </a:pPr>
            <a:endParaRPr lang="pt-BR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Podemos categorizar as </a:t>
            </a:r>
            <a:r>
              <a:rPr lang="pt-BR" dirty="0" err="1" smtClean="0"/>
              <a:t>tags</a:t>
            </a:r>
            <a:r>
              <a:rPr lang="pt-BR" dirty="0" smtClean="0"/>
              <a:t> em: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formatação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objeto ou formulário</a:t>
            </a:r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&lt;HTML&gt; </a:t>
            </a:r>
            <a:r>
              <a:rPr lang="pt-BR" dirty="0" smtClean="0"/>
              <a:t>&lt;/HTML&gt;</a:t>
            </a:r>
          </a:p>
          <a:p>
            <a:pPr lvl="1"/>
            <a:r>
              <a:rPr lang="pt-BR" dirty="0" smtClean="0"/>
              <a:t>Identifica ao navegado que o conteúdo apresentado e do tipo </a:t>
            </a:r>
            <a:r>
              <a:rPr lang="pt-BR" dirty="0" err="1" smtClean="0"/>
              <a:t>html</a:t>
            </a:r>
            <a:r>
              <a:rPr lang="pt-BR" dirty="0" smtClean="0"/>
              <a:t>, todas as outras </a:t>
            </a:r>
            <a:r>
              <a:rPr lang="pt-BR" dirty="0" err="1" smtClean="0"/>
              <a:t>tags</a:t>
            </a:r>
            <a:r>
              <a:rPr lang="pt-BR" dirty="0" smtClean="0"/>
              <a:t> devem estar contidas neste bloco.</a:t>
            </a: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</a:t>
            </a:r>
            <a:r>
              <a:rPr lang="pt-BR" dirty="0" err="1" smtClean="0"/>
              <a:t>Head</a:t>
            </a:r>
            <a:r>
              <a:rPr lang="pt-BR" dirty="0" smtClean="0"/>
              <a:t>&gt;&lt;/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Contem o informativo da página, assim com anexo de arquivos de formatação e scripts.</a:t>
            </a:r>
          </a:p>
          <a:p>
            <a:pPr lvl="1"/>
            <a:r>
              <a:rPr lang="pt-BR" dirty="0" smtClean="0"/>
              <a:t>Exemplo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pt-BR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title</a:t>
            </a:r>
            <a:r>
              <a:rPr lang="pt-BR" dirty="0" smtClean="0"/>
              <a:t>&gt;&lt;/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  <a:endParaRPr lang="pt-BR" dirty="0" smtClean="0"/>
          </a:p>
          <a:p>
            <a:pPr lvl="1"/>
            <a:r>
              <a:rPr lang="pt-BR" dirty="0" smtClean="0"/>
              <a:t>Configura o titulo da página e importante pois e utilizada pelos buscadores, fica contida dentro da </a:t>
            </a:r>
            <a:r>
              <a:rPr lang="pt-BR" dirty="0" err="1" smtClean="0"/>
              <a:t>tag</a:t>
            </a:r>
            <a:r>
              <a:rPr lang="pt-BR" dirty="0" smtClean="0"/>
              <a:t> &lt;HEAD&gt;</a:t>
            </a:r>
            <a:endParaRPr lang="pt-BR" dirty="0" smtClean="0"/>
          </a:p>
          <a:p>
            <a:pPr lvl="1"/>
            <a:r>
              <a:rPr lang="pt-BR" dirty="0" smtClean="0"/>
              <a:t>Exemplo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&gt;Titulo da Página&lt;/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pt-BR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4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&lt;meta </a:t>
            </a:r>
            <a:r>
              <a:rPr lang="pt-BR" dirty="0" err="1" smtClean="0"/>
              <a:t>name</a:t>
            </a:r>
            <a:r>
              <a:rPr lang="pt-BR" dirty="0" smtClean="0"/>
              <a:t>=“</a:t>
            </a:r>
            <a:r>
              <a:rPr lang="pt-BR" dirty="0" err="1" smtClean="0"/>
              <a:t>description</a:t>
            </a:r>
            <a:r>
              <a:rPr lang="pt-BR" dirty="0" smtClean="0"/>
              <a:t>” </a:t>
            </a:r>
            <a:r>
              <a:rPr lang="pt-BR" dirty="0" err="1" smtClean="0"/>
              <a:t>content</a:t>
            </a:r>
            <a:r>
              <a:rPr lang="pt-BR" dirty="0" smtClean="0"/>
              <a:t>=“”&gt;</a:t>
            </a:r>
          </a:p>
          <a:p>
            <a:r>
              <a:rPr lang="pt-BR" dirty="0" err="1" smtClean="0"/>
              <a:t>Tag</a:t>
            </a:r>
            <a:r>
              <a:rPr lang="pt-BR" dirty="0" smtClean="0"/>
              <a:t> utilizada para descrever o conteúdo da página, utilizada para indexação de buscadores. </a:t>
            </a:r>
            <a:endParaRPr lang="pt-BR" dirty="0" smtClean="0"/>
          </a:p>
          <a:p>
            <a:pPr lvl="1"/>
            <a:r>
              <a:rPr lang="pt-BR" dirty="0" smtClean="0"/>
              <a:t>Exemplo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&lt;meta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description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=“Pagina sobre o estudo de PW”&gt;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&lt;meta </a:t>
            </a:r>
            <a:r>
              <a:rPr lang="pt-BR" dirty="0" err="1" smtClean="0"/>
              <a:t>name</a:t>
            </a:r>
            <a:r>
              <a:rPr lang="pt-BR" dirty="0" smtClean="0"/>
              <a:t>=“</a:t>
            </a:r>
            <a:r>
              <a:rPr lang="pt-BR" dirty="0" err="1" smtClean="0"/>
              <a:t>keywords</a:t>
            </a:r>
            <a:r>
              <a:rPr lang="pt-BR" dirty="0" smtClean="0"/>
              <a:t>” </a:t>
            </a:r>
            <a:r>
              <a:rPr lang="pt-BR" dirty="0" err="1" smtClean="0"/>
              <a:t>content</a:t>
            </a:r>
            <a:r>
              <a:rPr lang="pt-BR" dirty="0" smtClean="0"/>
              <a:t>=“”&gt;</a:t>
            </a:r>
          </a:p>
          <a:p>
            <a:r>
              <a:rPr lang="pt-BR" dirty="0" err="1" smtClean="0"/>
              <a:t>Tag</a:t>
            </a:r>
            <a:r>
              <a:rPr lang="pt-BR" dirty="0" smtClean="0"/>
              <a:t> utilizada para </a:t>
            </a:r>
            <a:r>
              <a:rPr lang="pt-BR" dirty="0" smtClean="0"/>
              <a:t>identificar as palavras chaves </a:t>
            </a:r>
            <a:r>
              <a:rPr lang="pt-BR" dirty="0" smtClean="0"/>
              <a:t>utilizada para indexação de buscadores. </a:t>
            </a:r>
          </a:p>
          <a:p>
            <a:pPr lvl="1"/>
            <a:r>
              <a:rPr lang="pt-BR" dirty="0" smtClean="0"/>
              <a:t>Exemplo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&lt;meta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keywords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pw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”&gt;</a:t>
            </a:r>
            <a:endParaRPr lang="pt-BR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&lt;meta </a:t>
            </a:r>
            <a:r>
              <a:rPr lang="pt-BR" dirty="0" err="1" smtClean="0"/>
              <a:t>name</a:t>
            </a:r>
            <a:r>
              <a:rPr lang="pt-BR" dirty="0" smtClean="0"/>
              <a:t>=“</a:t>
            </a:r>
            <a:r>
              <a:rPr lang="pt-BR" dirty="0" err="1" smtClean="0"/>
              <a:t>author</a:t>
            </a:r>
            <a:r>
              <a:rPr lang="pt-BR" dirty="0" smtClean="0"/>
              <a:t>” </a:t>
            </a:r>
            <a:r>
              <a:rPr lang="pt-BR" dirty="0" err="1" smtClean="0"/>
              <a:t>content</a:t>
            </a:r>
            <a:r>
              <a:rPr lang="pt-BR" dirty="0" smtClean="0"/>
              <a:t>=“”&gt;</a:t>
            </a:r>
          </a:p>
          <a:p>
            <a:r>
              <a:rPr lang="pt-BR" dirty="0" err="1" smtClean="0"/>
              <a:t>Tag</a:t>
            </a:r>
            <a:r>
              <a:rPr lang="pt-BR" dirty="0" smtClean="0"/>
              <a:t> utilizada para </a:t>
            </a:r>
            <a:r>
              <a:rPr lang="pt-BR" dirty="0" smtClean="0"/>
              <a:t>identificar o autor da página.</a:t>
            </a:r>
            <a:endParaRPr lang="pt-BR" dirty="0" smtClean="0"/>
          </a:p>
          <a:p>
            <a:pPr lvl="1"/>
            <a:r>
              <a:rPr lang="pt-BR" dirty="0" smtClean="0"/>
              <a:t>Exemplo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&lt;meta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author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norton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”&gt;</a:t>
            </a:r>
            <a:endParaRPr lang="pt-BR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 &lt;/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endParaRPr lang="pt-BR" dirty="0" smtClean="0"/>
          </a:p>
          <a:p>
            <a:r>
              <a:rPr lang="pt-BR" dirty="0" err="1" smtClean="0"/>
              <a:t>Tag</a:t>
            </a:r>
            <a:r>
              <a:rPr lang="pt-BR" dirty="0" smtClean="0"/>
              <a:t> </a:t>
            </a:r>
            <a:r>
              <a:rPr lang="pt-BR" dirty="0" smtClean="0"/>
              <a:t>que identifica o inicio e fim do conteúdo a ser exibido, esta contido dentro da </a:t>
            </a:r>
            <a:r>
              <a:rPr lang="pt-BR" dirty="0" err="1" smtClean="0"/>
              <a:t>tag</a:t>
            </a:r>
            <a:r>
              <a:rPr lang="pt-BR" dirty="0" smtClean="0"/>
              <a:t> HTML.</a:t>
            </a:r>
            <a:endParaRPr lang="pt-BR" dirty="0" smtClean="0"/>
          </a:p>
          <a:p>
            <a:pPr lvl="1"/>
            <a:r>
              <a:rPr lang="pt-BR" dirty="0" smtClean="0"/>
              <a:t>Exemplo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conteudo</a:t>
            </a:r>
            <a:endParaRPr lang="pt-BR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&lt;h1&gt; &lt;/h1&gt; .... &lt;h2&gt;&lt;/h2&gt;.......&lt;h8&gt;&lt;/h8&gt;</a:t>
            </a:r>
          </a:p>
          <a:p>
            <a:r>
              <a:rPr lang="pt-BR" dirty="0" smtClean="0"/>
              <a:t>Identifica um conteúdo como titulo ou subtítulo, permitindo 8 níveis. </a:t>
            </a:r>
            <a:endParaRPr lang="pt-BR" dirty="0" smtClean="0"/>
          </a:p>
          <a:p>
            <a:pPr lvl="1"/>
            <a:r>
              <a:rPr lang="pt-BR" dirty="0" smtClean="0"/>
              <a:t>Exemplo</a:t>
            </a:r>
            <a:endParaRPr lang="pt-BR" dirty="0" smtClean="0"/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&lt;h1&gt;Titulo&lt;/h1&gt;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&lt;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h1&gt;</a:t>
            </a:r>
            <a:r>
              <a:rPr lang="pt-BR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Subtitulo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&lt;/h1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pt-BR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59</TotalTime>
  <Words>339</Words>
  <Application>Microsoft Office PowerPoint</Application>
  <PresentationFormat>Apresentação na tela (4:3)</PresentationFormat>
  <Paragraphs>79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HTML</vt:lpstr>
      <vt:lpstr>O que é HTML</vt:lpstr>
      <vt:lpstr>Tags</vt:lpstr>
      <vt:lpstr>Tags</vt:lpstr>
      <vt:lpstr>Tags de Estrutura</vt:lpstr>
      <vt:lpstr>Tags de Estrutura</vt:lpstr>
      <vt:lpstr>Tags de Estrutura</vt:lpstr>
      <vt:lpstr>Tags de Estrutura</vt:lpstr>
      <vt:lpstr>Tags de Estrutura</vt:lpstr>
      <vt:lpstr>Tags de Estrutura</vt:lpstr>
      <vt:lpstr>Tags de Estrutura</vt:lpstr>
      <vt:lpstr>Tags de Estrutura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aluno</dc:creator>
  <cp:lastModifiedBy>aluno</cp:lastModifiedBy>
  <cp:revision>15</cp:revision>
  <dcterms:created xsi:type="dcterms:W3CDTF">2013-08-10T12:09:58Z</dcterms:created>
  <dcterms:modified xsi:type="dcterms:W3CDTF">2013-08-10T13:09:46Z</dcterms:modified>
</cp:coreProperties>
</file>