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  <p:sldId id="265" r:id="rId9"/>
    <p:sldId id="266" r:id="rId10"/>
    <p:sldId id="259" r:id="rId11"/>
    <p:sldId id="264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183" autoAdjust="0"/>
    <p:restoredTop sz="94660"/>
  </p:normalViewPr>
  <p:slideViewPr>
    <p:cSldViewPr>
      <p:cViewPr varScale="1">
        <p:scale>
          <a:sx n="52" d="100"/>
          <a:sy n="52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27/07/2013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Apresentação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Ministra aulas na Fatec Ipiranga e Fatec ZS a um ano</a:t>
            </a:r>
          </a:p>
          <a:p>
            <a:r>
              <a:rPr lang="pt-BR" dirty="0" smtClean="0"/>
              <a:t>Especialidade em programação, integração e web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Horários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Turma Noturna</a:t>
            </a:r>
          </a:p>
          <a:p>
            <a:pPr lvl="1"/>
            <a:r>
              <a:rPr lang="pt-BR" dirty="0" smtClean="0"/>
              <a:t>08:00</a:t>
            </a:r>
            <a:r>
              <a:rPr lang="pt-BR" dirty="0" err="1" smtClean="0"/>
              <a:t>hs</a:t>
            </a:r>
            <a:r>
              <a:rPr lang="pt-BR" dirty="0" smtClean="0"/>
              <a:t> as 09:40</a:t>
            </a:r>
            <a:r>
              <a:rPr lang="pt-BR" dirty="0" err="1" smtClean="0"/>
              <a:t>hs</a:t>
            </a:r>
            <a:r>
              <a:rPr lang="pt-BR" dirty="0" smtClean="0"/>
              <a:t> – Chamada as 09:00</a:t>
            </a:r>
            <a:r>
              <a:rPr lang="pt-BR" dirty="0" err="1" smtClean="0"/>
              <a:t>hs</a:t>
            </a:r>
            <a:endParaRPr lang="pt-BR" dirty="0" smtClean="0"/>
          </a:p>
          <a:p>
            <a:pPr lvl="1"/>
            <a:r>
              <a:rPr lang="pt-BR" dirty="0" smtClean="0"/>
              <a:t>10:00</a:t>
            </a:r>
            <a:r>
              <a:rPr lang="pt-BR" dirty="0" err="1" smtClean="0"/>
              <a:t>hs</a:t>
            </a:r>
            <a:r>
              <a:rPr lang="pt-BR" dirty="0" smtClean="0"/>
              <a:t> as 11:40</a:t>
            </a:r>
            <a:r>
              <a:rPr lang="pt-BR" dirty="0" err="1" smtClean="0"/>
              <a:t>hs</a:t>
            </a:r>
            <a:r>
              <a:rPr lang="pt-BR" dirty="0" smtClean="0"/>
              <a:t> – Chamada as 11:00</a:t>
            </a:r>
            <a:r>
              <a:rPr lang="pt-BR" dirty="0" err="1" smtClean="0"/>
              <a:t>hs</a:t>
            </a:r>
            <a:endParaRPr lang="pt-BR" dirty="0" smtClean="0"/>
          </a:p>
          <a:p>
            <a:pPr lvl="1"/>
            <a:r>
              <a:rPr lang="pt-BR" dirty="0" smtClean="0"/>
              <a:t>Sábados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P1 </a:t>
            </a:r>
          </a:p>
          <a:p>
            <a:pPr lvl="1"/>
            <a:r>
              <a:rPr lang="pt-BR" dirty="0" smtClean="0"/>
              <a:t>20% Atividades realizadas em sala de aula</a:t>
            </a:r>
          </a:p>
          <a:p>
            <a:pPr lvl="1"/>
            <a:r>
              <a:rPr lang="pt-BR" dirty="0" smtClean="0"/>
              <a:t>80% Prova Escrita</a:t>
            </a:r>
          </a:p>
          <a:p>
            <a:r>
              <a:rPr lang="pt-BR" dirty="0" smtClean="0"/>
              <a:t>P2 </a:t>
            </a:r>
          </a:p>
          <a:p>
            <a:pPr lvl="1"/>
            <a:r>
              <a:rPr lang="pt-BR" dirty="0" smtClean="0"/>
              <a:t>20% Atividades realizadas em sala de aula</a:t>
            </a:r>
          </a:p>
          <a:p>
            <a:pPr lvl="1"/>
            <a:r>
              <a:rPr lang="pt-BR" dirty="0" smtClean="0"/>
              <a:t>80% Prova pratica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Escrita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Objetivo: Implementar aplicações WEB, em servidores.</a:t>
            </a:r>
          </a:p>
          <a:p>
            <a:r>
              <a:rPr lang="pt-BR" dirty="0" smtClean="0"/>
              <a:t>Ementa: Programação do lado servidor: conhecimento de uma linguagem e padrões. Controle de sessões, </a:t>
            </a:r>
          </a:p>
          <a:p>
            <a:r>
              <a:rPr lang="pt-BR" dirty="0" err="1" smtClean="0"/>
              <a:t>cookies</a:t>
            </a:r>
            <a:r>
              <a:rPr lang="pt-BR" dirty="0" smtClean="0"/>
              <a:t>, </a:t>
            </a:r>
            <a:r>
              <a:rPr lang="pt-BR" dirty="0" err="1" smtClean="0"/>
              <a:t>request</a:t>
            </a:r>
            <a:r>
              <a:rPr lang="pt-BR" dirty="0" smtClean="0"/>
              <a:t>/</a:t>
            </a:r>
            <a:r>
              <a:rPr lang="pt-BR" dirty="0" err="1" smtClean="0"/>
              <a:t>response</a:t>
            </a:r>
            <a:r>
              <a:rPr lang="pt-BR" dirty="0" smtClean="0"/>
              <a:t> e conexão com BD.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Básica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BASHAM, Bryan. Use A Cabeça! </a:t>
            </a:r>
            <a:r>
              <a:rPr lang="pt-BR" dirty="0" err="1" smtClean="0"/>
              <a:t>Servlets</a:t>
            </a:r>
            <a:r>
              <a:rPr lang="pt-BR" dirty="0" smtClean="0"/>
              <a:t> e JSP.  Alta Books, 2008.</a:t>
            </a:r>
          </a:p>
          <a:p>
            <a:r>
              <a:rPr lang="pt-BR" dirty="0" smtClean="0"/>
              <a:t>KURNIAWAN, B. Java para Web com </a:t>
            </a:r>
            <a:r>
              <a:rPr lang="pt-BR" dirty="0" err="1" smtClean="0"/>
              <a:t>Servlets</a:t>
            </a:r>
            <a:r>
              <a:rPr lang="pt-BR" dirty="0" smtClean="0"/>
              <a:t>, JSP e EJB. São Paulo: Ciência Moderna, 2002.</a:t>
            </a:r>
          </a:p>
          <a:p>
            <a:r>
              <a:rPr lang="pt-BR" dirty="0" smtClean="0"/>
              <a:t>MCLAUGHLIN, B. Java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Xml</a:t>
            </a:r>
            <a:r>
              <a:rPr lang="pt-BR" dirty="0" smtClean="0"/>
              <a:t>. </a:t>
            </a:r>
            <a:r>
              <a:rPr lang="pt-BR" dirty="0" err="1" smtClean="0"/>
              <a:t>Oreilly</a:t>
            </a:r>
            <a:r>
              <a:rPr lang="pt-BR" dirty="0" smtClean="0"/>
              <a:t> &amp; </a:t>
            </a:r>
            <a:r>
              <a:rPr lang="pt-BR" dirty="0" err="1" smtClean="0"/>
              <a:t>Assoc</a:t>
            </a:r>
            <a:r>
              <a:rPr lang="pt-BR" dirty="0" smtClean="0"/>
              <a:t>, 2006.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Complementar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NARAMORE, E; GERNER, J; BORONCZYK, T. </a:t>
            </a:r>
            <a:r>
              <a:rPr lang="pt-BR" dirty="0" err="1" smtClean="0"/>
              <a:t>Beginning</a:t>
            </a:r>
            <a:r>
              <a:rPr lang="pt-BR" dirty="0" smtClean="0"/>
              <a:t> PHP 6, Apache, MYSQL 6 Web </a:t>
            </a:r>
            <a:r>
              <a:rPr lang="pt-BR" dirty="0" err="1" smtClean="0"/>
              <a:t>Development</a:t>
            </a:r>
            <a:r>
              <a:rPr lang="pt-BR" dirty="0" smtClean="0"/>
              <a:t>.  John </a:t>
            </a:r>
          </a:p>
          <a:p>
            <a:r>
              <a:rPr lang="pt-BR" dirty="0" err="1" smtClean="0"/>
              <a:t>Wiley</a:t>
            </a:r>
            <a:r>
              <a:rPr lang="pt-BR" dirty="0" smtClean="0"/>
              <a:t> </a:t>
            </a:r>
            <a:r>
              <a:rPr lang="pt-BR" dirty="0" err="1" smtClean="0"/>
              <a:t>Consumer</a:t>
            </a:r>
            <a:r>
              <a:rPr lang="pt-BR" dirty="0" smtClean="0"/>
              <a:t>, 2009.BORGES JR, M P. Desenvolvendo </a:t>
            </a:r>
            <a:r>
              <a:rPr lang="pt-BR" dirty="0" err="1" smtClean="0"/>
              <a:t>Webservices</a:t>
            </a:r>
            <a:r>
              <a:rPr lang="pt-BR" dirty="0" smtClean="0"/>
              <a:t> - Guia Rápido Usando Visual Studio.Net com Banco de dados </a:t>
            </a:r>
          </a:p>
          <a:p>
            <a:r>
              <a:rPr lang="pt-BR" dirty="0" smtClean="0"/>
              <a:t>Ciência Moderna, 2005.</a:t>
            </a:r>
          </a:p>
          <a:p>
            <a:r>
              <a:rPr lang="pt-BR" dirty="0" smtClean="0"/>
              <a:t>BORGES JR, M P. Programando em C#.Net Para Web - Guia Rápido Usando Visual Studio.Net 200</a:t>
            </a:r>
          </a:p>
          <a:p>
            <a:r>
              <a:rPr lang="pt-BR" dirty="0" smtClean="0"/>
              <a:t>Ciência Moderna, 2005.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Tópicos expostos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conceitos da arquitetura web</a:t>
            </a:r>
          </a:p>
          <a:p>
            <a:r>
              <a:rPr lang="pt-BR" dirty="0" err="1" smtClean="0"/>
              <a:t>Html</a:t>
            </a:r>
            <a:endParaRPr lang="pt-BR" dirty="0" smtClean="0"/>
          </a:p>
          <a:p>
            <a:r>
              <a:rPr lang="pt-BR" dirty="0" err="1" smtClean="0"/>
              <a:t>Css</a:t>
            </a:r>
            <a:endParaRPr lang="pt-BR" dirty="0" smtClean="0"/>
          </a:p>
          <a:p>
            <a:r>
              <a:rPr lang="pt-BR" dirty="0" err="1" smtClean="0"/>
              <a:t>Formularios</a:t>
            </a:r>
            <a:endParaRPr lang="pt-BR" dirty="0" smtClean="0"/>
          </a:p>
          <a:p>
            <a:r>
              <a:rPr lang="pt-BR" dirty="0" smtClean="0"/>
              <a:t>objetos, atributos e eventos</a:t>
            </a:r>
          </a:p>
          <a:p>
            <a:r>
              <a:rPr lang="pt-BR" dirty="0" smtClean="0"/>
              <a:t>Ferramenta Visual Studio </a:t>
            </a:r>
          </a:p>
          <a:p>
            <a:r>
              <a:rPr lang="pt-BR" dirty="0" smtClean="0"/>
              <a:t>conceitos da linguagem de programação c#</a:t>
            </a:r>
          </a:p>
          <a:p>
            <a:r>
              <a:rPr lang="pt-BR" dirty="0" err="1" smtClean="0"/>
              <a:t>Request</a:t>
            </a:r>
            <a:r>
              <a:rPr lang="pt-BR" dirty="0" smtClean="0"/>
              <a:t>, </a:t>
            </a:r>
            <a:r>
              <a:rPr lang="pt-BR" dirty="0" err="1" smtClean="0"/>
              <a:t>Response</a:t>
            </a:r>
            <a:r>
              <a:rPr lang="pt-BR" dirty="0" smtClean="0"/>
              <a:t>, </a:t>
            </a:r>
            <a:r>
              <a:rPr lang="pt-BR" dirty="0" err="1" smtClean="0"/>
              <a:t>Session</a:t>
            </a:r>
            <a:r>
              <a:rPr lang="pt-BR" dirty="0" smtClean="0"/>
              <a:t> e Application</a:t>
            </a:r>
          </a:p>
          <a:p>
            <a:r>
              <a:rPr lang="pt-BR" dirty="0" smtClean="0"/>
              <a:t>Conexão com o banco de dados ADO.NET</a:t>
            </a:r>
          </a:p>
          <a:p>
            <a:r>
              <a:rPr lang="pt-BR" dirty="0" smtClean="0"/>
              <a:t>Exibição de dados e listagens de dados</a:t>
            </a:r>
          </a:p>
          <a:p>
            <a:r>
              <a:rPr lang="pt-BR" dirty="0" smtClean="0"/>
              <a:t>Envio de e-mails </a:t>
            </a:r>
          </a:p>
          <a:p>
            <a:r>
              <a:rPr lang="pt-BR" dirty="0" smtClean="0"/>
              <a:t>manipulação de arquivos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Repositório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5400" b="1" dirty="0" smtClean="0"/>
              <a:t>www.norton.net.br</a:t>
            </a:r>
          </a:p>
          <a:p>
            <a:pPr algn="ctr">
              <a:buNone/>
            </a:pPr>
            <a:r>
              <a:rPr lang="pt-BR" sz="4800" dirty="0" smtClean="0"/>
              <a:t>Material</a:t>
            </a:r>
          </a:p>
          <a:p>
            <a:pPr algn="ctr">
              <a:buNone/>
            </a:pPr>
            <a:r>
              <a:rPr lang="pt-BR" sz="4800" dirty="0" smtClean="0"/>
              <a:t>Atividades</a:t>
            </a:r>
          </a:p>
          <a:p>
            <a:pPr algn="ctr">
              <a:buNone/>
            </a:pPr>
            <a:r>
              <a:rPr lang="pt-BR" sz="4800" dirty="0" smtClean="0"/>
              <a:t>Informações</a:t>
            </a:r>
          </a:p>
          <a:p>
            <a:pPr lvl="1"/>
            <a:endParaRPr lang="pt-BR" sz="5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4000" b="1" dirty="0" smtClean="0"/>
              <a:t>norton.glaser@fatec.sp.gov.br</a:t>
            </a:r>
          </a:p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pPr>
              <a:buNone/>
            </a:pPr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19:00 as 22:40</a:t>
            </a:r>
          </a:p>
          <a:p>
            <a:pPr lvl="1"/>
            <a:r>
              <a:rPr lang="pt-BR" dirty="0" smtClean="0"/>
              <a:t>Quinta das 17:00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73</TotalTime>
  <Words>305</Words>
  <Application>Microsoft Office PowerPoint</Application>
  <PresentationFormat>Apresentação na tela (4:3)</PresentationFormat>
  <Paragraphs>65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Mediano</vt:lpstr>
      <vt:lpstr>Programação WEB</vt:lpstr>
      <vt:lpstr>Prof. Norton Glaser</vt:lpstr>
      <vt:lpstr>Horários</vt:lpstr>
      <vt:lpstr>Avaliação</vt:lpstr>
      <vt:lpstr>Ementa</vt:lpstr>
      <vt:lpstr>Bibliografia Básica</vt:lpstr>
      <vt:lpstr>Bibliografia Complementar</vt:lpstr>
      <vt:lpstr>Tópicos expostos</vt:lpstr>
      <vt:lpstr>Repositório de Conteúdo</vt:lpstr>
      <vt:lpstr>Contato</vt:lpstr>
      <vt:lpstr>Contato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professor</cp:lastModifiedBy>
  <cp:revision>17</cp:revision>
  <dcterms:created xsi:type="dcterms:W3CDTF">2013-02-08T17:26:03Z</dcterms:created>
  <dcterms:modified xsi:type="dcterms:W3CDTF">2013-07-27T12:08:22Z</dcterms:modified>
</cp:coreProperties>
</file>