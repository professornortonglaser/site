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5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90EB89-9E2C-4E07-95D5-2C3106482862}" type="datetimeFigureOut">
              <a:rPr lang="pt-BR" smtClean="0"/>
              <a:t>24/08/2013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Cascade</a:t>
            </a:r>
            <a:r>
              <a:rPr lang="pt-BR" dirty="0" smtClean="0"/>
              <a:t> Style </a:t>
            </a:r>
            <a:r>
              <a:rPr lang="pt-BR" dirty="0" err="1" smtClean="0"/>
              <a:t>Sheet</a:t>
            </a:r>
            <a:r>
              <a:rPr lang="pt-BR" dirty="0" smtClean="0"/>
              <a:t> (Folha de Estilo em Cascata)</a:t>
            </a:r>
          </a:p>
          <a:p>
            <a:r>
              <a:rPr lang="pt-BR" dirty="0" smtClean="0"/>
              <a:t>E utilizado para unificar as configurações de formatação de conteúdo em um único arquivo. </a:t>
            </a:r>
          </a:p>
          <a:p>
            <a:r>
              <a:rPr lang="pt-BR" dirty="0" smtClean="0"/>
              <a:t>Permite a padronização de um conjunto de páginas estáticas, diminuindo a dificuldade e o tempo de manutenção.</a:t>
            </a:r>
          </a:p>
          <a:p>
            <a:r>
              <a:rPr lang="pt-BR" dirty="0" smtClean="0"/>
              <a:t>Reduz o tamanho das paginas HTML pois não há a necessidade das </a:t>
            </a:r>
            <a:r>
              <a:rPr lang="pt-BR" dirty="0" err="1" smtClean="0"/>
              <a:t>tags</a:t>
            </a:r>
            <a:r>
              <a:rPr lang="pt-BR" dirty="0" smtClean="0"/>
              <a:t> de formatação.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Associar um arquivo CSS ao HTML	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Como o objetivo do CSS e padronizar a formatação entre todas as páginas do projeto, este deve ser configurado em um arquivo externo com as extensão .CSS.</a:t>
            </a:r>
          </a:p>
          <a:p>
            <a:r>
              <a:rPr lang="pt-BR" dirty="0" smtClean="0"/>
              <a:t>Para associar este arquivo as páginas HTML utilize a seguinte TAG no HTML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&lt;link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rel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stylesheet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="estilo.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"&gt;</a:t>
            </a:r>
            <a:endParaRPr lang="pt-BR" sz="2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Composição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Compostas por grupos de propriedades denominadas classes.</a:t>
            </a:r>
          </a:p>
          <a:p>
            <a:r>
              <a:rPr lang="pt-BR" dirty="0" smtClean="0"/>
              <a:t>Estas classes são identificadas por seletores.</a:t>
            </a:r>
          </a:p>
          <a:p>
            <a:pPr lvl="1"/>
            <a:r>
              <a:rPr lang="pt-BR" dirty="0" err="1" smtClean="0"/>
              <a:t>Exe</a:t>
            </a:r>
            <a:r>
              <a:rPr lang="pt-BR" dirty="0" smtClean="0"/>
              <a:t>: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P {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	background: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white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pt-BR" sz="3200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Existem 3 tipos de seletores</a:t>
            </a:r>
          </a:p>
          <a:p>
            <a:pPr lvl="1"/>
            <a:r>
              <a:rPr lang="pt-BR" dirty="0" smtClean="0"/>
              <a:t>Seletor por TAG</a:t>
            </a:r>
          </a:p>
          <a:p>
            <a:pPr lvl="1"/>
            <a:r>
              <a:rPr lang="pt-BR" dirty="0" smtClean="0"/>
              <a:t>Seletor por ID</a:t>
            </a:r>
          </a:p>
          <a:p>
            <a:pPr lvl="1"/>
            <a:r>
              <a:rPr lang="pt-BR" dirty="0" smtClean="0"/>
              <a:t>Seletor por CLASSE</a:t>
            </a:r>
          </a:p>
          <a:p>
            <a:pPr>
              <a:buNone/>
            </a:pPr>
            <a:endParaRPr lang="pt-BR" dirty="0" smtClean="0"/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TAG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Atribui as classes a uma ou mais </a:t>
            </a:r>
            <a:r>
              <a:rPr lang="pt-BR" dirty="0" err="1" smtClean="0"/>
              <a:t>tags</a:t>
            </a:r>
            <a:r>
              <a:rPr lang="pt-BR" dirty="0" smtClean="0"/>
              <a:t> do HTML</a:t>
            </a:r>
          </a:p>
          <a:p>
            <a:pPr lvl="1">
              <a:buNone/>
            </a:pPr>
            <a:r>
              <a:rPr lang="pt-BR" dirty="0" err="1" smtClean="0"/>
              <a:t>Body</a:t>
            </a:r>
            <a:r>
              <a:rPr lang="pt-BR" dirty="0" smtClean="0"/>
              <a:t> {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font-family</a:t>
            </a:r>
            <a:r>
              <a:rPr lang="pt-BR" dirty="0" smtClean="0"/>
              <a:t>: </a:t>
            </a:r>
            <a:r>
              <a:rPr lang="pt-BR" dirty="0" err="1" smtClean="0"/>
              <a:t>arial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color</a:t>
            </a:r>
            <a:r>
              <a:rPr lang="pt-BR" dirty="0" smtClean="0"/>
              <a:t>: </a:t>
            </a:r>
            <a:r>
              <a:rPr lang="pt-BR" dirty="0" err="1" smtClean="0"/>
              <a:t>gray</a:t>
            </a:r>
            <a:r>
              <a:rPr lang="pt-BR" dirty="0" smtClean="0"/>
              <a:t>;</a:t>
            </a:r>
            <a:endParaRPr lang="pt-BR" dirty="0" smtClean="0"/>
          </a:p>
          <a:p>
            <a:pPr lvl="1">
              <a:buNone/>
            </a:pPr>
            <a:r>
              <a:rPr lang="pt-BR" dirty="0" smtClean="0"/>
              <a:t>}</a:t>
            </a:r>
          </a:p>
          <a:p>
            <a:pPr lvl="1">
              <a:buNone/>
            </a:pPr>
            <a:r>
              <a:rPr lang="pt-BR" dirty="0" smtClean="0"/>
              <a:t>Input, </a:t>
            </a:r>
            <a:r>
              <a:rPr lang="pt-BR" dirty="0" err="1" smtClean="0"/>
              <a:t>select</a:t>
            </a:r>
            <a:r>
              <a:rPr lang="pt-BR" dirty="0" smtClean="0"/>
              <a:t>, </a:t>
            </a:r>
            <a:r>
              <a:rPr lang="pt-BR" dirty="0" err="1" smtClean="0"/>
              <a:t>textarea</a:t>
            </a:r>
            <a:r>
              <a:rPr lang="pt-BR" dirty="0" smtClean="0"/>
              <a:t> {</a:t>
            </a:r>
          </a:p>
          <a:p>
            <a:pPr lvl="1">
              <a:buNone/>
            </a:pPr>
            <a:r>
              <a:rPr lang="pt-BR" dirty="0" smtClean="0"/>
              <a:t>	background: </a:t>
            </a:r>
            <a:r>
              <a:rPr lang="pt-BR" dirty="0" err="1" smtClean="0"/>
              <a:t>yellow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font-family</a:t>
            </a:r>
            <a:r>
              <a:rPr lang="pt-BR" dirty="0" smtClean="0"/>
              <a:t>: </a:t>
            </a:r>
            <a:r>
              <a:rPr lang="pt-BR" dirty="0" err="1" smtClean="0"/>
              <a:t>arial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font-size</a:t>
            </a:r>
            <a:r>
              <a:rPr lang="pt-BR" dirty="0" smtClean="0"/>
              <a:t>: 10px;</a:t>
            </a:r>
            <a:endParaRPr lang="pt-BR" dirty="0" smtClean="0"/>
          </a:p>
          <a:p>
            <a:pPr lvl="1">
              <a:buNone/>
            </a:pPr>
            <a:r>
              <a:rPr lang="pt-BR" dirty="0" smtClean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ID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Associa propriedades de classe ao uma determinado ID no HTML</a:t>
            </a:r>
          </a:p>
          <a:p>
            <a:r>
              <a:rPr lang="pt-BR" dirty="0" err="1" smtClean="0"/>
              <a:t>Exe</a:t>
            </a:r>
            <a:r>
              <a:rPr lang="pt-BR" dirty="0" smtClean="0"/>
              <a:t>:</a:t>
            </a:r>
          </a:p>
          <a:p>
            <a:pPr lvl="1">
              <a:buNone/>
            </a:pP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#nome {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Background: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None/>
            </a:pP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white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3600" dirty="0" smtClean="0">
              <a:latin typeface="Courier New" pitchFamily="49" charset="0"/>
              <a:cs typeface="Courier New" pitchFamily="49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Classe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Este seletor pode ser definido como uma exceção, definido por um apelido e pode set utilizado como opção de uma formatação.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.destaque {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Font-weigth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bold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pt-BR" sz="3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4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Classe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E possível restringir uma classe por </a:t>
            </a:r>
            <a:r>
              <a:rPr lang="pt-BR" dirty="0" err="1" smtClean="0"/>
              <a:t>tag</a:t>
            </a:r>
            <a:r>
              <a:rPr lang="pt-BR" dirty="0" smtClean="0"/>
              <a:t> ou por id colocando o nome do seletor especifico no inicio da classe.</a:t>
            </a:r>
          </a:p>
          <a:p>
            <a:pPr>
              <a:buNone/>
            </a:pPr>
            <a:r>
              <a:rPr lang="pt-BR" sz="4000" dirty="0" err="1" smtClean="0">
                <a:latin typeface="Courier New" pitchFamily="49" charset="0"/>
                <a:cs typeface="Courier New" pitchFamily="49" charset="0"/>
              </a:rPr>
              <a:t>p.destaque</a:t>
            </a: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#titulo.destaque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Font-weigth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bold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51</TotalTime>
  <Words>270</Words>
  <Application>Microsoft Office PowerPoint</Application>
  <PresentationFormat>Apresentação na tela (4:3)</PresentationFormat>
  <Paragraphs>54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Mediano</vt:lpstr>
      <vt:lpstr>Slide 1</vt:lpstr>
      <vt:lpstr>CSS</vt:lpstr>
      <vt:lpstr>Associar um arquivo CSS ao HTML </vt:lpstr>
      <vt:lpstr>Composição</vt:lpstr>
      <vt:lpstr>Seletores</vt:lpstr>
      <vt:lpstr>Seletor por TAG</vt:lpstr>
      <vt:lpstr>Seletor por ID</vt:lpstr>
      <vt:lpstr>Seletor por Classe</vt:lpstr>
      <vt:lpstr>Seletor por Classe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cp:lastModifiedBy>aluno</cp:lastModifiedBy>
  <cp:revision>7</cp:revision>
  <dcterms:created xsi:type="dcterms:W3CDTF">2013-08-24T11:38:58Z</dcterms:created>
  <dcterms:modified xsi:type="dcterms:W3CDTF">2013-08-24T12:30:44Z</dcterms:modified>
</cp:coreProperties>
</file>