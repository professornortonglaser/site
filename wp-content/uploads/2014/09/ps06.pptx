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 smtClean="0"/>
              <a:t>www.norton.net.br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Prof. Norton B. Glaser</a:t>
            </a:r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B8F183E-DD79-4EE3-879A-36D2B637C74E}" type="datetimeFigureOut">
              <a:rPr lang="en-US" smtClean="0"/>
              <a:pPr/>
              <a:t>9/4/2014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jquery.com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3schools.com/jquer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Introdução, seletores </a:t>
            </a:r>
            <a:r>
              <a:rPr lang="pt-BR" smtClean="0"/>
              <a:t>e eventos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</a:t>
            </a:r>
            <a:r>
              <a:rPr lang="en-US" dirty="0" smtClean="0"/>
              <a:t>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biblioteca</a:t>
            </a:r>
            <a:r>
              <a:rPr lang="en-US" dirty="0" smtClean="0"/>
              <a:t> do </a:t>
            </a:r>
            <a:r>
              <a:rPr lang="en-US" dirty="0" err="1" smtClean="0"/>
              <a:t>javascript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forma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poderosa</a:t>
            </a:r>
            <a:r>
              <a:rPr lang="en-US" dirty="0" smtClean="0"/>
              <a:t> e simples de </a:t>
            </a:r>
            <a:r>
              <a:rPr lang="en-US" dirty="0" err="1" smtClean="0"/>
              <a:t>implementar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de </a:t>
            </a:r>
            <a:r>
              <a:rPr lang="en-US" dirty="0" err="1" smtClean="0"/>
              <a:t>programação</a:t>
            </a:r>
            <a:r>
              <a:rPr lang="en-US" dirty="0" smtClean="0"/>
              <a:t>.</a:t>
            </a:r>
          </a:p>
          <a:p>
            <a:endParaRPr lang="pt-BR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objetivo</a:t>
            </a:r>
            <a:r>
              <a:rPr lang="en-US" dirty="0" smtClean="0"/>
              <a:t> do </a:t>
            </a:r>
            <a:r>
              <a:rPr lang="en-US" dirty="0" err="1" smtClean="0"/>
              <a:t>jquery</a:t>
            </a:r>
            <a:r>
              <a:rPr lang="en-US" dirty="0" smtClean="0"/>
              <a:t> e </a:t>
            </a:r>
            <a:r>
              <a:rPr lang="en-US" dirty="0" err="1" smtClean="0"/>
              <a:t>implementar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de script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aplicação</a:t>
            </a:r>
            <a:r>
              <a:rPr lang="en-US" dirty="0" smtClean="0"/>
              <a:t> web de </a:t>
            </a:r>
            <a:r>
              <a:rPr lang="en-US" dirty="0" err="1" smtClean="0"/>
              <a:t>uma</a:t>
            </a:r>
            <a:r>
              <a:rPr lang="en-US" dirty="0" smtClean="0"/>
              <a:t> forma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rapida</a:t>
            </a:r>
            <a:r>
              <a:rPr lang="en-US" dirty="0" smtClean="0"/>
              <a:t> e </a:t>
            </a:r>
            <a:r>
              <a:rPr lang="en-US" dirty="0" err="1" smtClean="0"/>
              <a:t>direta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Tarefas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exigem</a:t>
            </a:r>
            <a:r>
              <a:rPr lang="en-US" dirty="0" smtClean="0"/>
              <a:t> a </a:t>
            </a:r>
            <a:r>
              <a:rPr lang="en-US" dirty="0" err="1" smtClean="0"/>
              <a:t>implementação</a:t>
            </a:r>
            <a:r>
              <a:rPr lang="en-US" dirty="0" smtClean="0"/>
              <a:t> de </a:t>
            </a:r>
            <a:r>
              <a:rPr lang="en-US" dirty="0" err="1" smtClean="0"/>
              <a:t>diversas</a:t>
            </a:r>
            <a:r>
              <a:rPr lang="en-US" dirty="0" smtClean="0"/>
              <a:t> </a:t>
            </a:r>
            <a:r>
              <a:rPr lang="en-US" dirty="0" err="1" smtClean="0"/>
              <a:t>linhas</a:t>
            </a:r>
            <a:r>
              <a:rPr lang="en-US" dirty="0" smtClean="0"/>
              <a:t> no </a:t>
            </a:r>
            <a:r>
              <a:rPr lang="en-US" dirty="0" err="1" smtClean="0"/>
              <a:t>javascript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transcritas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unica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de script </a:t>
            </a:r>
            <a:r>
              <a:rPr lang="en-US" dirty="0" err="1" smtClean="0"/>
              <a:t>jquery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jQuery</a:t>
            </a:r>
            <a:r>
              <a:rPr lang="en-US" dirty="0"/>
              <a:t>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simplifica</a:t>
            </a:r>
            <a:r>
              <a:rPr lang="en-US" dirty="0" smtClean="0"/>
              <a:t> a </a:t>
            </a:r>
            <a:r>
              <a:rPr lang="en-US" dirty="0" err="1" smtClean="0"/>
              <a:t>implementação</a:t>
            </a:r>
            <a:r>
              <a:rPr lang="en-US" dirty="0" smtClean="0"/>
              <a:t> de </a:t>
            </a:r>
            <a:r>
              <a:rPr lang="en-US" dirty="0" err="1" smtClean="0"/>
              <a:t>tarefas</a:t>
            </a:r>
            <a:r>
              <a:rPr lang="en-US" dirty="0" smtClean="0"/>
              <a:t> </a:t>
            </a:r>
            <a:r>
              <a:rPr lang="en-US" dirty="0" err="1" smtClean="0"/>
              <a:t>complicadas</a:t>
            </a:r>
            <a:r>
              <a:rPr lang="en-US" dirty="0" smtClean="0"/>
              <a:t>  </a:t>
            </a:r>
            <a:r>
              <a:rPr lang="en-US" dirty="0" err="1" smtClean="0"/>
              <a:t>como</a:t>
            </a:r>
            <a:r>
              <a:rPr lang="en-US" dirty="0" smtClean="0"/>
              <a:t> AJAX </a:t>
            </a:r>
            <a:r>
              <a:rPr lang="en-US" dirty="0" err="1" smtClean="0"/>
              <a:t>emanipulação</a:t>
            </a:r>
            <a:r>
              <a:rPr lang="en-US" dirty="0" smtClean="0"/>
              <a:t> de DOM.</a:t>
            </a:r>
            <a:endParaRPr lang="en-US" dirty="0"/>
          </a:p>
          <a:p>
            <a:r>
              <a:rPr lang="en-US" dirty="0" smtClean="0"/>
              <a:t>As </a:t>
            </a:r>
            <a:r>
              <a:rPr lang="en-US" dirty="0" err="1" smtClean="0"/>
              <a:t>bibliotecas</a:t>
            </a:r>
            <a:r>
              <a:rPr lang="en-US" dirty="0" smtClean="0"/>
              <a:t> do  </a:t>
            </a:r>
            <a:r>
              <a:rPr lang="en-US" dirty="0" err="1" smtClean="0"/>
              <a:t>jquery</a:t>
            </a:r>
            <a:r>
              <a:rPr lang="en-US" dirty="0" smtClean="0"/>
              <a:t> </a:t>
            </a:r>
            <a:r>
              <a:rPr lang="en-US" dirty="0" err="1" smtClean="0"/>
              <a:t>implementam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 smtClean="0"/>
              <a:t>HTML/DOM</a:t>
            </a:r>
            <a:endParaRPr lang="en-US" dirty="0"/>
          </a:p>
          <a:p>
            <a:pPr lvl="1"/>
            <a:r>
              <a:rPr lang="en-US" dirty="0" smtClean="0"/>
              <a:t>CSS</a:t>
            </a:r>
            <a:endParaRPr lang="en-US" dirty="0"/>
          </a:p>
          <a:p>
            <a:pPr lvl="1"/>
            <a:r>
              <a:rPr lang="en-US" dirty="0"/>
              <a:t>HTML </a:t>
            </a:r>
            <a:r>
              <a:rPr lang="en-US" dirty="0" err="1" smtClean="0"/>
              <a:t>eventos</a:t>
            </a:r>
            <a:r>
              <a:rPr lang="en-US" dirty="0" smtClean="0"/>
              <a:t> e </a:t>
            </a:r>
            <a:r>
              <a:rPr lang="en-US" dirty="0" err="1" smtClean="0"/>
              <a:t>metodos</a:t>
            </a:r>
            <a:endParaRPr lang="en-US" dirty="0"/>
          </a:p>
          <a:p>
            <a:pPr lvl="1"/>
            <a:r>
              <a:rPr lang="en-US" dirty="0" err="1" smtClean="0"/>
              <a:t>Efeitos</a:t>
            </a:r>
            <a:r>
              <a:rPr lang="en-US" dirty="0" smtClean="0"/>
              <a:t> e </a:t>
            </a:r>
            <a:r>
              <a:rPr lang="en-US" dirty="0" err="1" smtClean="0"/>
              <a:t>animações</a:t>
            </a:r>
            <a:endParaRPr lang="en-US" dirty="0"/>
          </a:p>
          <a:p>
            <a:pPr lvl="1"/>
            <a:r>
              <a:rPr lang="en-US" dirty="0" smtClean="0"/>
              <a:t>AJAX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 que </a:t>
            </a:r>
            <a:r>
              <a:rPr lang="pt-BR" dirty="0" err="1" smtClean="0"/>
              <a:t>Jquery</a:t>
            </a:r>
            <a:r>
              <a:rPr lang="pt-BR" dirty="0" smtClean="0"/>
              <a:t> 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Jquery</a:t>
            </a:r>
            <a:r>
              <a:rPr lang="en-US" dirty="0" smtClean="0"/>
              <a:t> e a </a:t>
            </a:r>
            <a:r>
              <a:rPr lang="en-US" dirty="0" err="1" smtClean="0"/>
              <a:t>biblioteca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popular e </a:t>
            </a:r>
            <a:r>
              <a:rPr lang="en-US" dirty="0" err="1" smtClean="0"/>
              <a:t>flexivel</a:t>
            </a:r>
            <a:r>
              <a:rPr lang="en-US" dirty="0" smtClean="0"/>
              <a:t> do </a:t>
            </a:r>
            <a:r>
              <a:rPr lang="en-US" dirty="0" err="1" smtClean="0"/>
              <a:t>mercado</a:t>
            </a:r>
            <a:r>
              <a:rPr lang="en-US" dirty="0" smtClean="0"/>
              <a:t>, </a:t>
            </a:r>
            <a:r>
              <a:rPr lang="en-US" dirty="0" err="1" smtClean="0"/>
              <a:t>muitas</a:t>
            </a:r>
            <a:r>
              <a:rPr lang="en-US" dirty="0" smtClean="0"/>
              <a:t> </a:t>
            </a:r>
            <a:r>
              <a:rPr lang="en-US" dirty="0" err="1" smtClean="0"/>
              <a:t>empresas</a:t>
            </a:r>
            <a:r>
              <a:rPr lang="en-US" dirty="0" smtClean="0"/>
              <a:t> de </a:t>
            </a:r>
            <a:r>
              <a:rPr lang="en-US" dirty="0" err="1" smtClean="0"/>
              <a:t>tecnologia</a:t>
            </a:r>
            <a:r>
              <a:rPr lang="en-US" dirty="0" smtClean="0"/>
              <a:t> </a:t>
            </a:r>
            <a:r>
              <a:rPr lang="en-US" dirty="0" err="1" smtClean="0"/>
              <a:t>utilizam</a:t>
            </a:r>
            <a:r>
              <a:rPr lang="en-US" dirty="0" smtClean="0"/>
              <a:t> e </a:t>
            </a:r>
            <a:r>
              <a:rPr lang="en-US" dirty="0" err="1" smtClean="0"/>
              <a:t>implementam</a:t>
            </a:r>
            <a:r>
              <a:rPr lang="en-US" dirty="0" smtClean="0"/>
              <a:t> </a:t>
            </a:r>
            <a:r>
              <a:rPr lang="en-US" dirty="0" err="1" smtClean="0"/>
              <a:t>compatibilidades</a:t>
            </a:r>
            <a:r>
              <a:rPr lang="en-US" dirty="0" smtClean="0"/>
              <a:t> com as </a:t>
            </a:r>
            <a:r>
              <a:rPr lang="en-US" dirty="0" err="1" smtClean="0"/>
              <a:t>suas</a:t>
            </a:r>
            <a:r>
              <a:rPr lang="en-US" dirty="0" smtClean="0"/>
              <a:t> </a:t>
            </a:r>
            <a:r>
              <a:rPr lang="en-US" dirty="0" err="1" smtClean="0"/>
              <a:t>tecnologias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Google</a:t>
            </a:r>
          </a:p>
          <a:p>
            <a:r>
              <a:rPr lang="en-US" dirty="0"/>
              <a:t>Microsoft</a:t>
            </a:r>
          </a:p>
          <a:p>
            <a:r>
              <a:rPr lang="en-US" dirty="0"/>
              <a:t>IBM</a:t>
            </a:r>
          </a:p>
          <a:p>
            <a:r>
              <a:rPr lang="en-US" dirty="0"/>
              <a:t>Netflix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</a:t>
            </a:r>
            <a:r>
              <a:rPr lang="pt-BR" dirty="0" err="1" smtClean="0"/>
              <a:t>Jquery</a:t>
            </a:r>
            <a:r>
              <a:rPr lang="pt-BR" dirty="0" smtClean="0"/>
              <a:t> a sua página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Você pode fazer o download da biblioteca do </a:t>
            </a:r>
            <a:r>
              <a:rPr lang="pt-BR" dirty="0" err="1" smtClean="0"/>
              <a:t>jquery</a:t>
            </a:r>
            <a:r>
              <a:rPr lang="pt-BR" dirty="0" smtClean="0"/>
              <a:t> </a:t>
            </a:r>
            <a:r>
              <a:rPr lang="pt-BR" dirty="0" err="1" smtClean="0"/>
              <a:t>atraves</a:t>
            </a:r>
            <a:r>
              <a:rPr lang="pt-BR" dirty="0" smtClean="0"/>
              <a:t> do site:</a:t>
            </a:r>
          </a:p>
          <a:p>
            <a:r>
              <a:rPr lang="en-US" dirty="0" smtClean="0">
                <a:hlinkClick r:id="rId2"/>
              </a:rPr>
              <a:t>jQuery.com</a:t>
            </a:r>
            <a:endParaRPr lang="en-US" dirty="0" smtClean="0"/>
          </a:p>
          <a:p>
            <a:r>
              <a:rPr lang="pt-BR" dirty="0" smtClean="0"/>
              <a:t>Existem diversas versões de produção e teste</a:t>
            </a:r>
          </a:p>
          <a:p>
            <a:r>
              <a:rPr lang="pt-BR" dirty="0" smtClean="0"/>
              <a:t>Coloque o arquivo na mesma pasta de sua página e adicione a referencia: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&lt;head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script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="jquery-1.10.2.min.js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 &lt;/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script</a:t>
            </a:r>
            <a:r>
              <a:rPr lang="en-US" b="1" u="sng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Jquery</a:t>
            </a:r>
            <a:r>
              <a:rPr lang="pt-BR" dirty="0" smtClean="0"/>
              <a:t> e baseado em eventos relacionados a um determinado seletor.</a:t>
            </a:r>
          </a:p>
          <a:p>
            <a:r>
              <a:rPr lang="pt-BR" dirty="0" smtClean="0"/>
              <a:t>Sintaxe </a:t>
            </a:r>
            <a:r>
              <a:rPr lang="pt-BR" dirty="0" err="1" smtClean="0"/>
              <a:t>basica</a:t>
            </a:r>
            <a:r>
              <a:rPr lang="en-US" dirty="0" smtClean="0"/>
              <a:t>:</a:t>
            </a:r>
            <a:r>
              <a:rPr lang="en-US" dirty="0"/>
              <a:t> </a:t>
            </a:r>
            <a:r>
              <a:rPr lang="en-US" b="1" dirty="0"/>
              <a:t>$(</a:t>
            </a:r>
            <a:r>
              <a:rPr lang="en-US" b="1" i="1" dirty="0" err="1" smtClean="0"/>
              <a:t>seletor</a:t>
            </a:r>
            <a:r>
              <a:rPr lang="en-US" b="1" dirty="0"/>
              <a:t>).</a:t>
            </a:r>
            <a:r>
              <a:rPr lang="en-US" b="1" i="1" dirty="0"/>
              <a:t>action</a:t>
            </a:r>
            <a:r>
              <a:rPr lang="en-US" b="1" dirty="0"/>
              <a:t>()</a:t>
            </a:r>
            <a:endParaRPr lang="en-US" dirty="0"/>
          </a:p>
          <a:p>
            <a:r>
              <a:rPr lang="en-US" dirty="0" smtClean="0"/>
              <a:t>O </a:t>
            </a:r>
            <a:r>
              <a:rPr lang="en-US" dirty="0" err="1" smtClean="0"/>
              <a:t>simbolo</a:t>
            </a:r>
            <a:r>
              <a:rPr lang="en-US" dirty="0" smtClean="0"/>
              <a:t> </a:t>
            </a:r>
            <a:r>
              <a:rPr lang="en-US" dirty="0"/>
              <a:t>$ </a:t>
            </a:r>
            <a:r>
              <a:rPr lang="en-US" dirty="0" smtClean="0"/>
              <a:t>define </a:t>
            </a:r>
            <a:r>
              <a:rPr lang="en-US" dirty="0" err="1" smtClean="0"/>
              <a:t>que</a:t>
            </a:r>
            <a:r>
              <a:rPr lang="en-US" dirty="0" smtClean="0"/>
              <a:t> a </a:t>
            </a:r>
            <a:r>
              <a:rPr lang="en-US" dirty="0" err="1" smtClean="0"/>
              <a:t>sintaxe</a:t>
            </a:r>
            <a:r>
              <a:rPr lang="en-US" dirty="0" smtClean="0"/>
              <a:t> </a:t>
            </a:r>
            <a:r>
              <a:rPr lang="en-US" dirty="0" err="1" smtClean="0"/>
              <a:t>pertence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jQuery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O (</a:t>
            </a:r>
            <a:r>
              <a:rPr lang="en-US" i="1" dirty="0" err="1" smtClean="0"/>
              <a:t>seletor</a:t>
            </a:r>
            <a:r>
              <a:rPr lang="en-US" dirty="0"/>
              <a:t>) 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a </a:t>
            </a:r>
            <a:r>
              <a:rPr lang="en-US" dirty="0" err="1" smtClean="0"/>
              <a:t>busca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HTML.</a:t>
            </a:r>
            <a:endParaRPr lang="en-US" dirty="0"/>
          </a:p>
          <a:p>
            <a:r>
              <a:rPr lang="en-US" dirty="0"/>
              <a:t>O </a:t>
            </a:r>
            <a:r>
              <a:rPr lang="en-US" i="1" dirty="0"/>
              <a:t>action</a:t>
            </a:r>
            <a:r>
              <a:rPr lang="en-US" dirty="0"/>
              <a:t>() </a:t>
            </a:r>
            <a:r>
              <a:rPr lang="en-US" dirty="0" smtClean="0"/>
              <a:t>e o </a:t>
            </a:r>
            <a:r>
              <a:rPr lang="en-US" dirty="0" err="1" smtClean="0"/>
              <a:t>evento</a:t>
            </a:r>
            <a:r>
              <a:rPr lang="en-US" dirty="0" smtClean="0"/>
              <a:t> </a:t>
            </a:r>
            <a:r>
              <a:rPr lang="en-US" dirty="0" err="1" smtClean="0"/>
              <a:t>iniciado</a:t>
            </a:r>
            <a:r>
              <a:rPr lang="en-US" dirty="0"/>
              <a:t> </a:t>
            </a:r>
            <a:r>
              <a:rPr lang="en-US" dirty="0" smtClean="0"/>
              <a:t>o </a:t>
            </a:r>
            <a:r>
              <a:rPr lang="en-US" dirty="0" err="1" smtClean="0"/>
              <a:t>metodo</a:t>
            </a:r>
            <a:r>
              <a:rPr lang="en-US" dirty="0" smtClean="0"/>
              <a:t> a ser </a:t>
            </a:r>
            <a:r>
              <a:rPr lang="en-US" dirty="0" err="1" smtClean="0"/>
              <a:t>executado</a:t>
            </a:r>
            <a:r>
              <a:rPr lang="en-US" dirty="0" smtClean="0"/>
              <a:t> </a:t>
            </a:r>
            <a:r>
              <a:rPr lang="en-US" dirty="0" err="1" smtClean="0"/>
              <a:t>pelo</a:t>
            </a:r>
            <a:r>
              <a:rPr lang="en-US" dirty="0" smtClean="0"/>
              <a:t> </a:t>
            </a:r>
            <a:r>
              <a:rPr lang="en-US" dirty="0" err="1" smtClean="0"/>
              <a:t>elemento</a:t>
            </a:r>
            <a:r>
              <a:rPr lang="en-US" dirty="0" smtClean="0"/>
              <a:t> HTML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Exemplos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$(this).hide()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atual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$("p").hide()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tags </a:t>
            </a:r>
            <a:r>
              <a:rPr lang="en-US" dirty="0"/>
              <a:t>&lt;p</a:t>
            </a:r>
            <a:r>
              <a:rPr lang="en-US" dirty="0" smtClean="0"/>
              <a:t>&gt;.</a:t>
            </a:r>
            <a:endParaRPr lang="en-US" dirty="0"/>
          </a:p>
          <a:p>
            <a:r>
              <a:rPr lang="en-US" dirty="0"/>
              <a:t>$(".test").hide()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com a </a:t>
            </a:r>
            <a:r>
              <a:rPr lang="en-US" dirty="0" err="1" smtClean="0"/>
              <a:t>prpriedade</a:t>
            </a:r>
            <a:r>
              <a:rPr lang="en-US" dirty="0" smtClean="0"/>
              <a:t> class</a:t>
            </a:r>
            <a:r>
              <a:rPr lang="en-US" dirty="0"/>
              <a:t>="test".</a:t>
            </a:r>
          </a:p>
          <a:p>
            <a:r>
              <a:rPr lang="en-US" dirty="0"/>
              <a:t>$("#test").hide()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com </a:t>
            </a:r>
            <a:r>
              <a:rPr lang="en-US" dirty="0"/>
              <a:t>id="test</a:t>
            </a:r>
            <a:r>
              <a:rPr lang="en-US" dirty="0" smtClean="0"/>
              <a:t>".</a:t>
            </a:r>
          </a:p>
          <a:p>
            <a:endParaRPr lang="pt-BR" dirty="0"/>
          </a:p>
          <a:p>
            <a:r>
              <a:rPr lang="en-US" b="1" dirty="0" err="1" smtClean="0">
                <a:solidFill>
                  <a:srgbClr val="FF0000"/>
                </a:solidFill>
              </a:rPr>
              <a:t>jQuery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utiliza</a:t>
            </a:r>
            <a:r>
              <a:rPr lang="en-US" b="1" dirty="0" smtClean="0">
                <a:solidFill>
                  <a:srgbClr val="FF0000"/>
                </a:solidFill>
              </a:rPr>
              <a:t> a </a:t>
            </a:r>
            <a:r>
              <a:rPr lang="en-US" b="1" dirty="0" err="1" smtClean="0">
                <a:solidFill>
                  <a:srgbClr val="FF0000"/>
                </a:solidFill>
              </a:rPr>
              <a:t>sintaxe</a:t>
            </a:r>
            <a:r>
              <a:rPr lang="en-US" b="1" dirty="0" smtClean="0">
                <a:solidFill>
                  <a:srgbClr val="FF0000"/>
                </a:solidFill>
              </a:rPr>
              <a:t> dos </a:t>
            </a:r>
            <a:r>
              <a:rPr lang="en-US" b="1" dirty="0" err="1" smtClean="0">
                <a:solidFill>
                  <a:srgbClr val="FF0000"/>
                </a:solidFill>
              </a:rPr>
              <a:t>seletores</a:t>
            </a:r>
            <a:r>
              <a:rPr lang="en-US" b="1" dirty="0" smtClean="0">
                <a:solidFill>
                  <a:srgbClr val="FF0000"/>
                </a:solidFill>
              </a:rPr>
              <a:t> CSS.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 </a:t>
            </a:r>
            <a:r>
              <a:rPr lang="pt-BR" dirty="0" err="1" smtClean="0"/>
              <a:t>Document</a:t>
            </a:r>
            <a:r>
              <a:rPr lang="pt-BR" dirty="0" smtClean="0"/>
              <a:t> </a:t>
            </a:r>
            <a:r>
              <a:rPr lang="pt-BR" dirty="0" err="1" smtClean="0"/>
              <a:t>Ready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Todo conteúdo do </a:t>
            </a:r>
            <a:r>
              <a:rPr lang="pt-BR" dirty="0" err="1" smtClean="0"/>
              <a:t>jquery</a:t>
            </a:r>
            <a:r>
              <a:rPr lang="pt-BR" dirty="0" smtClean="0"/>
              <a:t> deve estar contida em um evento que identifica que a página já foi totalmente carregada e pronta.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i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methods go here...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E </a:t>
            </a:r>
            <a:r>
              <a:rPr lang="pt-BR" dirty="0" smtClean="0"/>
              <a:t>um </a:t>
            </a:r>
            <a:r>
              <a:rPr lang="pt-BR" dirty="0" smtClean="0"/>
              <a:t>dos recursos mais importantes do </a:t>
            </a:r>
            <a:r>
              <a:rPr lang="pt-BR" dirty="0" err="1" smtClean="0"/>
              <a:t>jquery</a:t>
            </a:r>
            <a:endParaRPr lang="pt-BR" dirty="0" smtClean="0"/>
          </a:p>
          <a:p>
            <a:r>
              <a:rPr lang="en-US" dirty="0" smtClean="0"/>
              <a:t>Os </a:t>
            </a:r>
            <a:r>
              <a:rPr lang="en-US" dirty="0" err="1" smtClean="0"/>
              <a:t>seletores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utilizados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procurar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selecionar</a:t>
            </a:r>
            <a:r>
              <a:rPr lang="en-US" dirty="0" smtClean="0"/>
              <a:t>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HTML e </a:t>
            </a:r>
            <a:r>
              <a:rPr lang="en-US" dirty="0" err="1" smtClean="0"/>
              <a:t>baseado</a:t>
            </a:r>
            <a:r>
              <a:rPr lang="en-US" dirty="0" smtClean="0"/>
              <a:t> no:</a:t>
            </a:r>
          </a:p>
          <a:p>
            <a:pPr lvl="1"/>
            <a:r>
              <a:rPr lang="en-US" dirty="0" smtClean="0"/>
              <a:t>id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classes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err="1" smtClean="0"/>
              <a:t>tipos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atributos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Valores</a:t>
            </a:r>
            <a:r>
              <a:rPr lang="en-US" dirty="0" smtClean="0"/>
              <a:t> de </a:t>
            </a:r>
            <a:r>
              <a:rPr lang="en-US" dirty="0" err="1" smtClean="0"/>
              <a:t>atributos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São </a:t>
            </a:r>
            <a:r>
              <a:rPr lang="en-US" dirty="0" err="1" smtClean="0"/>
              <a:t>baseados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seletores</a:t>
            </a:r>
            <a:r>
              <a:rPr lang="en-US" dirty="0" smtClean="0"/>
              <a:t> do CSS </a:t>
            </a:r>
            <a:r>
              <a:rPr lang="en-US" dirty="0" err="1" smtClean="0"/>
              <a:t>porem</a:t>
            </a:r>
            <a:r>
              <a:rPr lang="en-US" dirty="0" smtClean="0"/>
              <a:t> </a:t>
            </a:r>
            <a:r>
              <a:rPr lang="en-US" dirty="0" err="1" smtClean="0"/>
              <a:t>permitem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gama</a:t>
            </a:r>
            <a:r>
              <a:rPr lang="en-US" dirty="0" smtClean="0"/>
              <a:t> </a:t>
            </a:r>
            <a:r>
              <a:rPr lang="en-US" dirty="0" err="1" smtClean="0"/>
              <a:t>maior</a:t>
            </a:r>
            <a:r>
              <a:rPr lang="en-US" dirty="0" smtClean="0"/>
              <a:t> de </a:t>
            </a:r>
            <a:r>
              <a:rPr lang="en-US" dirty="0" err="1" smtClean="0"/>
              <a:t>implentações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smtClean="0"/>
              <a:t> seletores</a:t>
            </a:r>
            <a:r>
              <a:rPr lang="en-US" dirty="0" smtClean="0"/>
              <a:t> </a:t>
            </a:r>
            <a:r>
              <a:rPr lang="en-US" dirty="0" smtClean="0"/>
              <a:t>tem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caracteristica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FF0000"/>
                </a:solidFill>
              </a:rPr>
              <a:t>$().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$("p").hide();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Seletor por ID</a:t>
            </a:r>
          </a:p>
          <a:p>
            <a:r>
              <a:rPr lang="pt-BR" dirty="0" smtClean="0"/>
              <a:t>Ente aspas em com o </a:t>
            </a:r>
            <a:r>
              <a:rPr lang="pt-BR" dirty="0" err="1" smtClean="0"/>
              <a:t>simbolo</a:t>
            </a:r>
            <a:r>
              <a:rPr lang="pt-BR" dirty="0" smtClean="0"/>
              <a:t> de #</a:t>
            </a:r>
          </a:p>
          <a:p>
            <a:pPr lvl="1">
              <a:buNone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$(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$("#test").hide();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$(".test").hide();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Outros 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$("*") Seleciona todos os elementos</a:t>
            </a:r>
          </a:p>
          <a:p>
            <a:r>
              <a:rPr lang="pt-BR" dirty="0" smtClean="0"/>
              <a:t>$(</a:t>
            </a:r>
            <a:r>
              <a:rPr lang="pt-BR" dirty="0" err="1" smtClean="0"/>
              <a:t>this</a:t>
            </a:r>
            <a:r>
              <a:rPr lang="pt-BR" dirty="0" smtClean="0"/>
              <a:t>) Elemento atual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p.destaque"</a:t>
            </a:r>
            <a:r>
              <a:rPr lang="pt-BR" dirty="0" smtClean="0"/>
              <a:t>) seleciona todas as </a:t>
            </a:r>
            <a:r>
              <a:rPr lang="pt-BR" dirty="0" err="1" smtClean="0"/>
              <a:t>tags</a:t>
            </a:r>
            <a:r>
              <a:rPr lang="pt-BR" dirty="0" smtClean="0"/>
              <a:t> p com a classe destaque</a:t>
            </a:r>
          </a:p>
          <a:p>
            <a:r>
              <a:rPr lang="pt-BR" dirty="0" smtClean="0"/>
              <a:t>$("p:</a:t>
            </a:r>
            <a:r>
              <a:rPr lang="pt-BR" dirty="0" err="1" smtClean="0"/>
              <a:t>first</a:t>
            </a:r>
            <a:r>
              <a:rPr lang="pt-BR" dirty="0" smtClean="0"/>
              <a:t>") seleciona a primeira ocorrência da </a:t>
            </a:r>
            <a:r>
              <a:rPr lang="pt-BR" dirty="0" err="1" smtClean="0"/>
              <a:t>tag</a:t>
            </a:r>
            <a:r>
              <a:rPr lang="pt-BR" dirty="0" smtClean="0"/>
              <a:t> &lt;P&gt;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ul</a:t>
            </a:r>
            <a:r>
              <a:rPr lang="pt-BR" dirty="0" smtClean="0"/>
              <a:t> li:</a:t>
            </a:r>
            <a:r>
              <a:rPr lang="pt-BR" dirty="0" err="1" smtClean="0"/>
              <a:t>first</a:t>
            </a:r>
            <a:r>
              <a:rPr lang="pt-BR" dirty="0" smtClean="0"/>
              <a:t>") seleciona a primeira </a:t>
            </a:r>
            <a:r>
              <a:rPr lang="pt-BR" dirty="0" err="1" smtClean="0"/>
              <a:t>tag</a:t>
            </a:r>
            <a:r>
              <a:rPr lang="pt-BR" dirty="0" smtClean="0"/>
              <a:t> &lt;li&gt; de uma lista &lt;</a:t>
            </a:r>
            <a:r>
              <a:rPr lang="pt-BR" dirty="0" err="1" smtClean="0"/>
              <a:t>ul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$("[</a:t>
            </a:r>
            <a:r>
              <a:rPr lang="pt-BR" dirty="0" err="1" smtClean="0"/>
              <a:t>readonly</a:t>
            </a:r>
            <a:r>
              <a:rPr lang="pt-BR" dirty="0" smtClean="0"/>
              <a:t>]") Seleciona todas as </a:t>
            </a:r>
            <a:r>
              <a:rPr lang="pt-BR" dirty="0" err="1" smtClean="0"/>
              <a:t>tags</a:t>
            </a:r>
            <a:r>
              <a:rPr lang="pt-BR" dirty="0" smtClean="0"/>
              <a:t> que	contem o atributo </a:t>
            </a:r>
            <a:r>
              <a:rPr lang="pt-BR" dirty="0" err="1" smtClean="0"/>
              <a:t>readonly</a:t>
            </a:r>
            <a:endParaRPr lang="pt-BR" dirty="0" smtClean="0"/>
          </a:p>
          <a:p>
            <a:r>
              <a:rPr lang="pt-BR" dirty="0" smtClean="0"/>
              <a:t>$("[</a:t>
            </a:r>
            <a:r>
              <a:rPr lang="pt-BR" dirty="0" err="1" smtClean="0"/>
              <a:t>size</a:t>
            </a:r>
            <a:r>
              <a:rPr lang="pt-BR" dirty="0" smtClean="0"/>
              <a:t>]") Seleciona todas as </a:t>
            </a:r>
            <a:r>
              <a:rPr lang="pt-BR" dirty="0" err="1" smtClean="0"/>
              <a:t>tags</a:t>
            </a:r>
            <a:r>
              <a:rPr lang="pt-BR" dirty="0" smtClean="0"/>
              <a:t> que contem o atributo </a:t>
            </a:r>
            <a:r>
              <a:rPr lang="pt-BR" dirty="0" err="1" smtClean="0"/>
              <a:t>size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Outros Seletores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$("input[</a:t>
            </a:r>
            <a:r>
              <a:rPr lang="pt-BR" dirty="0" err="1" smtClean="0"/>
              <a:t>size</a:t>
            </a:r>
            <a:r>
              <a:rPr lang="pt-BR" dirty="0" smtClean="0"/>
              <a:t>=50]") </a:t>
            </a:r>
            <a:r>
              <a:rPr lang="pt-BR" dirty="0" err="1" smtClean="0"/>
              <a:t>selecina</a:t>
            </a:r>
            <a:r>
              <a:rPr lang="pt-BR" dirty="0" smtClean="0"/>
              <a:t> todos os objetos do tipo input com o atributo </a:t>
            </a:r>
            <a:r>
              <a:rPr lang="pt-BR" dirty="0" err="1" smtClean="0"/>
              <a:t>size</a:t>
            </a:r>
            <a:r>
              <a:rPr lang="pt-BR" dirty="0" smtClean="0"/>
              <a:t> = 50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tr</a:t>
            </a:r>
            <a:r>
              <a:rPr lang="pt-BR" dirty="0" smtClean="0"/>
              <a:t>:</a:t>
            </a:r>
            <a:r>
              <a:rPr lang="pt-BR" dirty="0" err="1" smtClean="0"/>
              <a:t>even</a:t>
            </a:r>
            <a:r>
              <a:rPr lang="pt-BR" dirty="0" smtClean="0"/>
              <a:t>") seleciona todas as linhas pares de uma tabela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tr</a:t>
            </a:r>
            <a:r>
              <a:rPr lang="pt-BR" dirty="0" smtClean="0"/>
              <a:t>:</a:t>
            </a:r>
            <a:r>
              <a:rPr lang="pt-BR" dirty="0" err="1" smtClean="0"/>
              <a:t>odd</a:t>
            </a:r>
            <a:r>
              <a:rPr lang="pt-BR" dirty="0" smtClean="0"/>
              <a:t>") seleciona todas as linhas impares de uma tabela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Evento e uma ação do cliente em relação com elementos da tela.</a:t>
            </a:r>
          </a:p>
          <a:p>
            <a:r>
              <a:rPr lang="pt-BR" dirty="0" smtClean="0"/>
              <a:t>Estes eventos no </a:t>
            </a:r>
            <a:r>
              <a:rPr lang="pt-BR" dirty="0" err="1" smtClean="0"/>
              <a:t>jquery</a:t>
            </a:r>
            <a:r>
              <a:rPr lang="pt-BR" dirty="0" smtClean="0"/>
              <a:t> podem ser associados a funções especificas</a:t>
            </a:r>
          </a:p>
          <a:p>
            <a:r>
              <a:rPr lang="pt-BR" dirty="0" smtClean="0"/>
              <a:t>Exemplos:</a:t>
            </a:r>
          </a:p>
          <a:p>
            <a:pPr lvl="1"/>
            <a:r>
              <a:rPr lang="en-US" dirty="0" err="1" smtClean="0"/>
              <a:t>Movendo</a:t>
            </a:r>
            <a:r>
              <a:rPr lang="en-US" dirty="0" smtClean="0"/>
              <a:t> o mouse </a:t>
            </a:r>
            <a:r>
              <a:rPr lang="en-US" dirty="0" err="1" smtClean="0"/>
              <a:t>sobre</a:t>
            </a:r>
            <a:r>
              <a:rPr lang="en-US" dirty="0" smtClean="0"/>
              <a:t> um </a:t>
            </a:r>
            <a:r>
              <a:rPr lang="en-US" dirty="0" err="1" smtClean="0"/>
              <a:t>elemento</a:t>
            </a:r>
            <a:endParaRPr lang="en-US" dirty="0" smtClean="0"/>
          </a:p>
          <a:p>
            <a:pPr lvl="1"/>
            <a:r>
              <a:rPr lang="en-US" dirty="0" err="1" smtClean="0"/>
              <a:t>Selecionando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opção</a:t>
            </a:r>
            <a:endParaRPr lang="en-US" dirty="0" smtClean="0"/>
          </a:p>
          <a:p>
            <a:pPr lvl="1"/>
            <a:r>
              <a:rPr lang="en-US" dirty="0" err="1" smtClean="0"/>
              <a:t>Clicando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objeto</a:t>
            </a:r>
            <a:r>
              <a:rPr lang="en-US" dirty="0" smtClean="0"/>
              <a:t> da </a:t>
            </a:r>
            <a:r>
              <a:rPr lang="en-US" dirty="0" err="1" smtClean="0"/>
              <a:t>tela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Eventos de Mouse</a:t>
            </a:r>
          </a:p>
          <a:p>
            <a:pPr lvl="1"/>
            <a:r>
              <a:rPr lang="pt-BR" dirty="0" err="1" smtClean="0"/>
              <a:t>click</a:t>
            </a:r>
            <a:endParaRPr lang="pt-BR" dirty="0" smtClean="0"/>
          </a:p>
          <a:p>
            <a:pPr lvl="1"/>
            <a:r>
              <a:rPr lang="pt-BR" dirty="0" err="1" smtClean="0"/>
              <a:t>dblclick</a:t>
            </a:r>
            <a:endParaRPr lang="pt-BR" dirty="0" smtClean="0"/>
          </a:p>
          <a:p>
            <a:pPr lvl="1"/>
            <a:r>
              <a:rPr lang="pt-BR" dirty="0" err="1" smtClean="0"/>
              <a:t>mouseEnter</a:t>
            </a:r>
            <a:endParaRPr lang="pt-BR" dirty="0" smtClean="0"/>
          </a:p>
          <a:p>
            <a:pPr lvl="1"/>
            <a:r>
              <a:rPr lang="pt-BR" dirty="0" err="1" smtClean="0"/>
              <a:t>mouseLeave</a:t>
            </a:r>
            <a:endParaRPr lang="pt-BR" dirty="0" smtClean="0"/>
          </a:p>
          <a:p>
            <a:r>
              <a:rPr lang="pt-BR" dirty="0" smtClean="0"/>
              <a:t>Eventos de Teclado</a:t>
            </a:r>
          </a:p>
          <a:p>
            <a:pPr lvl="1"/>
            <a:r>
              <a:rPr lang="pt-BR" dirty="0" err="1" smtClean="0"/>
              <a:t>keypress</a:t>
            </a:r>
            <a:endParaRPr lang="pt-BR" dirty="0" smtClean="0"/>
          </a:p>
          <a:p>
            <a:pPr lvl="1"/>
            <a:r>
              <a:rPr lang="pt-BR" dirty="0" err="1" smtClean="0"/>
              <a:t>keydown</a:t>
            </a:r>
            <a:endParaRPr lang="pt-BR" dirty="0" smtClean="0"/>
          </a:p>
          <a:p>
            <a:pPr lvl="1"/>
            <a:r>
              <a:rPr lang="pt-BR" dirty="0" err="1" smtClean="0"/>
              <a:t>keyup</a:t>
            </a: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Eventos de Formulário</a:t>
            </a:r>
          </a:p>
          <a:p>
            <a:pPr lvl="1"/>
            <a:r>
              <a:rPr lang="pt-BR" dirty="0" err="1" smtClean="0"/>
              <a:t>submit</a:t>
            </a:r>
            <a:endParaRPr lang="pt-BR" dirty="0" smtClean="0"/>
          </a:p>
          <a:p>
            <a:pPr lvl="1"/>
            <a:r>
              <a:rPr lang="pt-BR" dirty="0" err="1" smtClean="0"/>
              <a:t>change</a:t>
            </a:r>
            <a:endParaRPr lang="pt-BR" dirty="0" smtClean="0"/>
          </a:p>
          <a:p>
            <a:pPr lvl="1"/>
            <a:r>
              <a:rPr lang="pt-BR" dirty="0" err="1" smtClean="0"/>
              <a:t>focus</a:t>
            </a:r>
            <a:endParaRPr lang="pt-BR" dirty="0" smtClean="0"/>
          </a:p>
          <a:p>
            <a:pPr lvl="1"/>
            <a:r>
              <a:rPr lang="pt-BR" dirty="0" err="1" smtClean="0"/>
              <a:t>blur</a:t>
            </a:r>
            <a:endParaRPr lang="pt-BR" dirty="0" smtClean="0"/>
          </a:p>
          <a:p>
            <a:r>
              <a:rPr lang="pt-BR" dirty="0" smtClean="0"/>
              <a:t>Eventos de Janela</a:t>
            </a:r>
          </a:p>
          <a:p>
            <a:pPr lvl="1"/>
            <a:r>
              <a:rPr lang="pt-BR" dirty="0" err="1" smtClean="0"/>
              <a:t>load</a:t>
            </a:r>
            <a:endParaRPr lang="pt-BR" dirty="0" smtClean="0"/>
          </a:p>
          <a:p>
            <a:pPr lvl="1"/>
            <a:r>
              <a:rPr lang="pt-BR" dirty="0" err="1" smtClean="0"/>
              <a:t>resize</a:t>
            </a:r>
            <a:endParaRPr lang="pt-BR" dirty="0" smtClean="0"/>
          </a:p>
          <a:p>
            <a:pPr lvl="1"/>
            <a:r>
              <a:rPr lang="pt-BR" dirty="0" err="1" smtClean="0"/>
              <a:t>Scroll</a:t>
            </a:r>
            <a:endParaRPr lang="pt-BR" dirty="0" smtClean="0"/>
          </a:p>
          <a:p>
            <a:pPr lvl="1"/>
            <a:r>
              <a:rPr lang="pt-BR" dirty="0" err="1" smtClean="0"/>
              <a:t>unload</a:t>
            </a: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Click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$("p").click(function(){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$(this).hide();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dblClick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$("p").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dblclick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$(this).hide();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mouseenter</a:t>
            </a:r>
            <a:r>
              <a:rPr lang="pt-BR" dirty="0" smtClean="0"/>
              <a:t> – evento e iniciado quando o ponteiro do mouse fica sobre um elemento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$("#p1").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mouseenter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alert("You entered p1!");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err="1" smtClean="0"/>
              <a:t>mouseleave</a:t>
            </a:r>
            <a:r>
              <a:rPr lang="pt-BR" dirty="0" smtClean="0"/>
              <a:t> – evento e iniciado quando o ponteiro do mouse abandona um item </a:t>
            </a:r>
            <a:r>
              <a:rPr lang="pt-BR" dirty="0" err="1" smtClean="0"/>
              <a:t>html</a:t>
            </a:r>
            <a:endParaRPr lang="pt-BR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$("#p1").</a:t>
            </a:r>
            <a:r>
              <a:rPr lang="en-US" dirty="0" err="1" smtClean="0">
                <a:solidFill>
                  <a:srgbClr val="FF0000"/>
                </a:solidFill>
              </a:rPr>
              <a:t>mouseleave</a:t>
            </a:r>
            <a:r>
              <a:rPr lang="en-US" dirty="0" smtClean="0">
                <a:solidFill>
                  <a:srgbClr val="FF0000"/>
                </a:solidFill>
              </a:rPr>
              <a:t>(function(){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  alert("Bye! You now leave p1!");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});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 smtClean="0"/>
              <a:t>Mousedown</a:t>
            </a:r>
            <a:r>
              <a:rPr lang="pt-BR" dirty="0" smtClean="0"/>
              <a:t> – evento iniciado quando o botão esquerdo e pressionado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$("#p1").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mousedown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alert("Mouse down over p1!");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err="1" smtClean="0"/>
              <a:t>MouseUp</a:t>
            </a:r>
            <a:r>
              <a:rPr lang="pt-BR" dirty="0" smtClean="0"/>
              <a:t> – evento iniciado quando o botão esquerdo do mouse e liberado após ser pressionado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$("#p1").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mouseup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alert("Mouse up over p1!");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 smtClean="0"/>
              <a:t>hover</a:t>
            </a:r>
            <a:r>
              <a:rPr lang="pt-BR" dirty="0" smtClean="0"/>
              <a:t> – primeira função quando o mouse fica sobre um elemento, segunda função quando o mouse sai.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$("#p1").hover(function(){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alert("You entered p1!");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},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function(){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alert("Bye! You now leave p1!");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err="1" smtClean="0"/>
              <a:t>focus</a:t>
            </a:r>
            <a:r>
              <a:rPr lang="pt-BR" dirty="0" smtClean="0"/>
              <a:t>– função executada quando o objeto fica em destaque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$("#p1").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mouseup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alert("Mouse up over p1!");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blur</a:t>
            </a:r>
            <a:r>
              <a:rPr lang="pt-BR" dirty="0" smtClean="0"/>
              <a:t> – função iniciada quando o objeto perde o foco</a:t>
            </a:r>
          </a:p>
          <a:p>
            <a:pPr marL="320040" lvl="1" indent="-320040">
              <a:spcBef>
                <a:spcPts val="700"/>
              </a:spcBef>
              <a:buSzPct val="6000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$("#p1").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mousedown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alert("Mouse down over p1!");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 smtClean="0">
              <a:solidFill>
                <a:srgbClr val="FF0000"/>
              </a:solidFill>
            </a:endParaRPr>
          </a:p>
          <a:p>
            <a:endParaRPr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Fonte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http://w3schools.com/jquery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172</TotalTime>
  <Words>635</Words>
  <Application>Microsoft Office PowerPoint</Application>
  <PresentationFormat>Apresentação na tela (4:3)</PresentationFormat>
  <Paragraphs>136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Mediano</vt:lpstr>
      <vt:lpstr>Jquery</vt:lpstr>
      <vt:lpstr>O que é</vt:lpstr>
      <vt:lpstr>O que é</vt:lpstr>
      <vt:lpstr>Por que Jquery ?</vt:lpstr>
      <vt:lpstr>Adicionando Jquery a sua página</vt:lpstr>
      <vt:lpstr>Sintaxe do Jquery</vt:lpstr>
      <vt:lpstr>Sintaxe do JQuery</vt:lpstr>
      <vt:lpstr>Evento Document Ready</vt:lpstr>
      <vt:lpstr>Seletores</vt:lpstr>
      <vt:lpstr>Seletores</vt:lpstr>
      <vt:lpstr>Seletores</vt:lpstr>
      <vt:lpstr>Seletores</vt:lpstr>
      <vt:lpstr>Outros Seletores</vt:lpstr>
      <vt:lpstr>Outros Seletores</vt:lpstr>
      <vt:lpstr>Eventos</vt:lpstr>
      <vt:lpstr>Eventos</vt:lpstr>
      <vt:lpstr>Eventos</vt:lpstr>
      <vt:lpstr>Eventos</vt:lpstr>
      <vt:lpstr>Eventos</vt:lpstr>
      <vt:lpstr>Eventos</vt:lpstr>
      <vt:lpstr>Eventos</vt:lpstr>
      <vt:lpstr>Fonte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Norton Barros Glaser</dc:creator>
  <cp:lastModifiedBy>professor</cp:lastModifiedBy>
  <cp:revision>13</cp:revision>
  <dcterms:created xsi:type="dcterms:W3CDTF">2013-10-10T21:49:39Z</dcterms:created>
  <dcterms:modified xsi:type="dcterms:W3CDTF">2014-09-04T21:18:49Z</dcterms:modified>
</cp:coreProperties>
</file>