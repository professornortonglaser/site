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8164D77-0937-4B6E-B962-26FB750B4C02}" type="datetimeFigureOut">
              <a:rPr lang="pt-BR" smtClean="0"/>
              <a:t>05/09/2014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6574FB-FEC4-4EC3-B5D1-4B401056E40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Linux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 smtClean="0"/>
              <a:t>Automatizando Comandos Linux com Shell </a:t>
            </a:r>
            <a:r>
              <a:rPr lang="pt-BR" b="1" dirty="0" smtClean="0"/>
              <a:t>Script</a:t>
            </a:r>
            <a:endParaRPr lang="pt-BR" b="1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Shell Script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Podemos definir Shell como o local onde usuários podem inserir instruções que serão executados pelo sistema operacional Linux. </a:t>
            </a:r>
            <a:endParaRPr lang="pt-BR" dirty="0" smtClean="0"/>
          </a:p>
          <a:p>
            <a:r>
              <a:rPr lang="pt-BR" dirty="0" smtClean="0"/>
              <a:t>Essas </a:t>
            </a:r>
            <a:r>
              <a:rPr lang="pt-BR" dirty="0" smtClean="0"/>
              <a:t>instruções são popularmente conhecidas por comandos.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 smtClean="0"/>
              <a:t>Shell é responsável por receber e interpretar funções e comandos que lhe são passados pelo usuário ou pelo próprio sistema, portanto serve de intermediário entre o usuário e o sistema operacional em si.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Shell </a:t>
            </a:r>
            <a:r>
              <a:rPr lang="pt-BR" b="1" dirty="0" smtClean="0"/>
              <a:t>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Shell Script nada mais é que um arquivo testo no qual é inserido comandos. Esses comandos serão executados pelo Shell na ordem em que foram colocados.</a:t>
            </a:r>
          </a:p>
          <a:p>
            <a:r>
              <a:rPr lang="pt-BR" dirty="0" smtClean="0"/>
              <a:t>O Shell Script possibilita automatizar tarefas, facilitando assim o trabalho do administrador do sistema Linux. Ele é muito utilizado quando precisamos repetir varias vezes a mesma seqüência de comandos.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Imagine que para uma determinada tarefa como por exemplo fazer uma cópia de seus arquivos todos os dias e que para isso fosse necessário a seqüência de 5 comandos. </a:t>
            </a:r>
            <a:endParaRPr lang="pt-BR" dirty="0" smtClean="0"/>
          </a:p>
          <a:p>
            <a:r>
              <a:rPr lang="pt-BR" dirty="0" smtClean="0"/>
              <a:t>Com </a:t>
            </a:r>
            <a:r>
              <a:rPr lang="pt-BR" dirty="0" smtClean="0"/>
              <a:t>o uso de um Shell Script poderíamos criar um único arquivo com os cincos comandos. </a:t>
            </a:r>
            <a:endParaRPr lang="pt-BR" dirty="0" smtClean="0"/>
          </a:p>
          <a:p>
            <a:r>
              <a:rPr lang="pt-BR" dirty="0" smtClean="0"/>
              <a:t>Quando </a:t>
            </a:r>
            <a:r>
              <a:rPr lang="pt-BR" dirty="0" smtClean="0"/>
              <a:t>for necessário fazer a copia dos arquivos basta executar o </a:t>
            </a:r>
            <a:r>
              <a:rPr lang="pt-BR" dirty="0" err="1" smtClean="0"/>
              <a:t>shell</a:t>
            </a:r>
            <a:r>
              <a:rPr lang="pt-BR" dirty="0" smtClean="0"/>
              <a:t> script que os cinco comandos serão executados na ordem que foram colocados.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No Terminal vamos criar nosso Shell Script, para isso execute o comando: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gedit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exemplo1.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sh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Adicione </a:t>
            </a:r>
            <a:r>
              <a:rPr lang="pt-BR" dirty="0" smtClean="0"/>
              <a:t>nesse arquivo as seguintes linhas conforme figura: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#!/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bin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bash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-l</a:t>
            </a:r>
          </a:p>
          <a:p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 smtClean="0"/>
              <a:t>primeira linha (#!/</a:t>
            </a:r>
            <a:r>
              <a:rPr lang="pt-BR" dirty="0" err="1" smtClean="0"/>
              <a:t>bin</a:t>
            </a:r>
            <a:r>
              <a:rPr lang="pt-BR" dirty="0" smtClean="0"/>
              <a:t>/</a:t>
            </a:r>
            <a:r>
              <a:rPr lang="pt-BR" dirty="0" err="1" smtClean="0"/>
              <a:t>bash</a:t>
            </a:r>
            <a:r>
              <a:rPr lang="pt-BR" dirty="0" smtClean="0"/>
              <a:t>) deve ser colocado no início de todos os arquivos </a:t>
            </a:r>
            <a:r>
              <a:rPr lang="pt-BR" dirty="0" err="1" smtClean="0"/>
              <a:t>shell</a:t>
            </a:r>
            <a:r>
              <a:rPr lang="pt-BR" dirty="0" smtClean="0"/>
              <a:t> scripts, ela define qual interpretador </a:t>
            </a:r>
            <a:r>
              <a:rPr lang="pt-BR" dirty="0" err="1" smtClean="0"/>
              <a:t>shell</a:t>
            </a:r>
            <a:r>
              <a:rPr lang="pt-BR" dirty="0" smtClean="0"/>
              <a:t> os comandos serão executados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/>
              <a:t>A segunda linha é o comando que será executado pelo </a:t>
            </a:r>
            <a:r>
              <a:rPr lang="pt-BR" dirty="0" err="1" smtClean="0"/>
              <a:t>shell</a:t>
            </a:r>
            <a:r>
              <a:rPr lang="pt-BR" dirty="0" smtClean="0"/>
              <a:t>.</a:t>
            </a:r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Shell Script</a:t>
            </a:r>
            <a:endParaRPr lang="pt-BR" dirty="0"/>
          </a:p>
        </p:txBody>
      </p:sp>
      <p:pic>
        <p:nvPicPr>
          <p:cNvPr id="1026" name="Picture 2" descr="http://www.cpscetec.com.br/adistancia/shelllinux/Imagens/imagem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500174"/>
            <a:ext cx="6905625" cy="4981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próximo passo é modificar o arquivo exemplo1.</a:t>
            </a:r>
            <a:r>
              <a:rPr lang="pt-BR" dirty="0" err="1" smtClean="0"/>
              <a:t>sh</a:t>
            </a:r>
            <a:r>
              <a:rPr lang="pt-BR" dirty="0" smtClean="0"/>
              <a:t> para que ele possa ser executado. Para isso iremos utilizar o comando </a:t>
            </a:r>
            <a:r>
              <a:rPr lang="pt-BR" dirty="0" err="1" smtClean="0"/>
              <a:t>chmod</a:t>
            </a:r>
            <a:r>
              <a:rPr lang="pt-BR" dirty="0" smtClean="0"/>
              <a:t> com os parâmetros 777. </a:t>
            </a:r>
            <a:endParaRPr lang="pt-BR" dirty="0" smtClean="0"/>
          </a:p>
          <a:p>
            <a:r>
              <a:rPr lang="pt-BR" dirty="0" smtClean="0"/>
              <a:t>Esses </a:t>
            </a:r>
            <a:r>
              <a:rPr lang="pt-BR" dirty="0" smtClean="0"/>
              <a:t>números farão com que o arquivo tenha dos as permissões, inclusive de execução.</a:t>
            </a: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://www.cpscetec.com.br/adistancia/shelllinux/Imagens/imagem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28604"/>
            <a:ext cx="8429684" cy="58870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Para </a:t>
            </a:r>
            <a:r>
              <a:rPr lang="pt-BR" dirty="0" smtClean="0"/>
              <a:t>testarmos nosso primeiro exemplo devemos executar o arquivo da seguinte forma.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./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exemplo1.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sh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pt-BR" dirty="0" smtClean="0"/>
              <a:t>Veja na figura ao lado que o </a:t>
            </a:r>
            <a:r>
              <a:rPr lang="pt-BR" dirty="0" err="1" smtClean="0"/>
              <a:t>shell</a:t>
            </a:r>
            <a:r>
              <a:rPr lang="pt-BR" dirty="0" smtClean="0"/>
              <a:t> script funcionou uma vez que o comando </a:t>
            </a:r>
            <a:r>
              <a:rPr lang="pt-BR" dirty="0" err="1" smtClean="0"/>
              <a:t>ls</a:t>
            </a:r>
            <a:r>
              <a:rPr lang="pt-BR" dirty="0" smtClean="0"/>
              <a:t> -l que está dentro dele foi executado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www.cpscetec.com.br/adistancia/shelllinux/Imagens/imagem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71480"/>
            <a:ext cx="7928550" cy="5500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Adicionando mais recursos.</a:t>
            </a:r>
          </a:p>
          <a:p>
            <a:pPr lvl="1"/>
            <a:r>
              <a:rPr lang="pt-BR" dirty="0" smtClean="0"/>
              <a:t>Vamos agora adicionar mensagem e comentários no nosso exemplo, para informar o que está acontecendo ao usuário.</a:t>
            </a:r>
          </a:p>
          <a:p>
            <a:pPr lvl="1"/>
            <a:r>
              <a:rPr lang="pt-BR" dirty="0" smtClean="0"/>
              <a:t>Carregue novamente o arquivo exemplo1.</a:t>
            </a:r>
            <a:r>
              <a:rPr lang="pt-BR" dirty="0" err="1" smtClean="0"/>
              <a:t>sh</a:t>
            </a:r>
            <a:endParaRPr lang="pt-BR" dirty="0" smtClean="0"/>
          </a:p>
          <a:p>
            <a:pPr lvl="1">
              <a:buNone/>
            </a:pP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gedit</a:t>
            </a:r>
            <a:r>
              <a:rPr lang="pt-BR" sz="3600" dirty="0" smtClean="0">
                <a:latin typeface="Courier New" pitchFamily="49" charset="0"/>
                <a:cs typeface="Courier New" pitchFamily="49" charset="0"/>
              </a:rPr>
              <a:t> exemplo1.</a:t>
            </a:r>
            <a:r>
              <a:rPr lang="pt-BR" sz="3600" dirty="0" err="1" smtClean="0">
                <a:latin typeface="Courier New" pitchFamily="49" charset="0"/>
                <a:cs typeface="Courier New" pitchFamily="49" charset="0"/>
              </a:rPr>
              <a:t>sh</a:t>
            </a:r>
            <a:endParaRPr lang="pt-BR" sz="3600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www.cpscetec.com.br/adistancia/shelllinux/Imagens/imagem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290"/>
            <a:ext cx="8215370" cy="64531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comando </a:t>
            </a:r>
            <a:r>
              <a:rPr lang="pt-BR" dirty="0" err="1" smtClean="0"/>
              <a:t>echo</a:t>
            </a:r>
            <a:r>
              <a:rPr lang="pt-BR" dirty="0" smtClean="0"/>
              <a:t> envia uma mensagem ao terminal e o uso do símbolo # faz com que o </a:t>
            </a:r>
            <a:r>
              <a:rPr lang="pt-BR" dirty="0" err="1" smtClean="0"/>
              <a:t>shell</a:t>
            </a:r>
            <a:r>
              <a:rPr lang="pt-BR" dirty="0" smtClean="0"/>
              <a:t> ignore o que estiver na frente, não executando.</a:t>
            </a:r>
          </a:p>
          <a:p>
            <a:r>
              <a:rPr lang="pt-BR" dirty="0" smtClean="0"/>
              <a:t>Execute novamente o arquivo e veja o resultado</a:t>
            </a:r>
            <a:r>
              <a:rPr lang="pt-BR" dirty="0" smtClean="0"/>
              <a:t>.</a:t>
            </a:r>
            <a:r>
              <a:rPr lang="pt-BR" dirty="0" smtClean="0"/>
              <a:t> </a:t>
            </a:r>
          </a:p>
          <a:p>
            <a:r>
              <a:rPr lang="pt-BR" dirty="0" err="1" smtClean="0"/>
              <a:t>Obs</a:t>
            </a:r>
            <a:r>
              <a:rPr lang="pt-BR" dirty="0" smtClean="0"/>
              <a:t>: Uma vez feito o comando </a:t>
            </a:r>
            <a:r>
              <a:rPr lang="pt-BR" dirty="0" err="1" smtClean="0"/>
              <a:t>chmod</a:t>
            </a:r>
            <a:r>
              <a:rPr lang="pt-BR" dirty="0" smtClean="0"/>
              <a:t> 777, não será mais necessário </a:t>
            </a:r>
            <a:r>
              <a:rPr lang="pt-BR" dirty="0" err="1" smtClean="0"/>
              <a:t>executá</a:t>
            </a:r>
            <a:r>
              <a:rPr lang="pt-BR" dirty="0" smtClean="0"/>
              <a:t> -</a:t>
            </a:r>
            <a:r>
              <a:rPr lang="pt-BR" dirty="0" err="1" smtClean="0"/>
              <a:t>lo</a:t>
            </a:r>
            <a:r>
              <a:rPr lang="pt-BR" dirty="0" smtClean="0"/>
              <a:t> novamente.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Usando variáveis no Shell </a:t>
            </a:r>
            <a:r>
              <a:rPr lang="pt-BR" b="1" dirty="0" smtClean="0"/>
              <a:t>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Vamos criar um novo arquivo Shell Script agora com o nome de exemplo2.</a:t>
            </a:r>
            <a:r>
              <a:rPr lang="pt-BR" dirty="0" err="1" smtClean="0"/>
              <a:t>sh</a:t>
            </a:r>
            <a:endParaRPr lang="pt-BR" dirty="0" smtClean="0"/>
          </a:p>
          <a:p>
            <a:r>
              <a:rPr lang="pt-BR" dirty="0" smtClean="0"/>
              <a:t>O objetivo desse Script é localizar o telefone de uma determinada pessoa. Para isso iremos usar o arquivo telefones que criamos na aula 1.</a:t>
            </a:r>
          </a:p>
          <a:p>
            <a:r>
              <a:rPr lang="pt-BR" dirty="0" smtClean="0"/>
              <a:t>Crie o arquivo exemplo2.</a:t>
            </a:r>
            <a:r>
              <a:rPr lang="pt-BR" dirty="0" err="1" smtClean="0"/>
              <a:t>sh</a:t>
            </a:r>
            <a:r>
              <a:rPr lang="pt-BR" dirty="0" smtClean="0"/>
              <a:t> e insira as linhas conforme figura ao lado</a:t>
            </a:r>
          </a:p>
          <a:p>
            <a:r>
              <a:rPr lang="pt-BR" dirty="0" smtClean="0"/>
              <a:t>O Shell, como qualquer outra linguagem de programação. O nome de uma variável é iniciado por uma letra ou um sublinhado (_), seguido por qualquer caractere.</a:t>
            </a:r>
          </a:p>
          <a:p>
            <a:r>
              <a:rPr lang="pt-BR" dirty="0" smtClean="0"/>
              <a:t>Para atribuir um valor a uma variável, basta colocar o nome da variável, um sinal de igual (=) e em seguida o valor estipulado</a:t>
            </a:r>
            <a:r>
              <a:rPr lang="pt-BR" dirty="0" smtClean="0"/>
              <a:t>.</a:t>
            </a:r>
            <a:endParaRPr lang="pt-BR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www.cpscetec.com.br/adistancia/shelllinux/Imagens/imagem1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2852"/>
            <a:ext cx="8215370" cy="64749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Usando variáveis no 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No exemplo2.</a:t>
            </a:r>
            <a:r>
              <a:rPr lang="pt-BR" dirty="0" err="1" smtClean="0"/>
              <a:t>sh</a:t>
            </a:r>
            <a:r>
              <a:rPr lang="pt-BR" dirty="0" smtClean="0"/>
              <a:t> estamos utilizando uma variável chamada nome e atribuindo a ela o valor de </a:t>
            </a:r>
            <a:r>
              <a:rPr lang="pt-BR" dirty="0" err="1" smtClean="0"/>
              <a:t>Joao</a:t>
            </a:r>
            <a:r>
              <a:rPr lang="pt-BR" dirty="0" smtClean="0"/>
              <a:t>.</a:t>
            </a:r>
          </a:p>
          <a:p>
            <a:r>
              <a:rPr lang="pt-BR" dirty="0" smtClean="0"/>
              <a:t>Na ultima linha desse arquivo estamos utilizando o comando </a:t>
            </a:r>
            <a:r>
              <a:rPr lang="pt-BR" dirty="0" err="1" smtClean="0"/>
              <a:t>grep</a:t>
            </a:r>
            <a:r>
              <a:rPr lang="pt-BR" dirty="0" smtClean="0"/>
              <a:t> que vimos na aula 1 a diferença esta no valor procurado. </a:t>
            </a:r>
            <a:endParaRPr lang="pt-BR" dirty="0" smtClean="0"/>
          </a:p>
          <a:p>
            <a:r>
              <a:rPr lang="pt-BR" dirty="0" smtClean="0"/>
              <a:t>No </a:t>
            </a:r>
            <a:r>
              <a:rPr lang="pt-BR" dirty="0" smtClean="0"/>
              <a:t>lugar desse valor estamos </a:t>
            </a:r>
            <a:r>
              <a:rPr lang="pt-BR" dirty="0" err="1" smtClean="0"/>
              <a:t>utilzando</a:t>
            </a:r>
            <a:r>
              <a:rPr lang="pt-BR" dirty="0" smtClean="0"/>
              <a:t> a variável nome criado na linha anterior. </a:t>
            </a:r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 smtClean="0"/>
              <a:t>usar o conteúdo dessa variável devemos usar o símbolo $ junto com o nome da variável..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Vamos agora melhorar o exemplo2.</a:t>
            </a:r>
            <a:r>
              <a:rPr lang="pt-BR" dirty="0" err="1" smtClean="0"/>
              <a:t>sh</a:t>
            </a:r>
            <a:r>
              <a:rPr lang="pt-BR" dirty="0" smtClean="0"/>
              <a:t> para que esse Shell Script possa não apenas localizar os telefones das pessoas com o nome de </a:t>
            </a:r>
            <a:r>
              <a:rPr lang="pt-BR" dirty="0" err="1" smtClean="0"/>
              <a:t>Joao</a:t>
            </a:r>
            <a:r>
              <a:rPr lang="pt-BR" dirty="0" smtClean="0"/>
              <a:t> e sim para qualquer pessoa.</a:t>
            </a:r>
          </a:p>
          <a:p>
            <a:r>
              <a:rPr lang="pt-BR" dirty="0" smtClean="0"/>
              <a:t>Carregue o arquivo exemplo2.</a:t>
            </a:r>
            <a:r>
              <a:rPr lang="pt-BR" dirty="0" err="1" smtClean="0"/>
              <a:t>sh</a:t>
            </a:r>
            <a:r>
              <a:rPr lang="pt-BR" dirty="0" smtClean="0"/>
              <a:t> e altere conforme figura ao lado.</a:t>
            </a:r>
          </a:p>
          <a:p>
            <a:r>
              <a:rPr lang="pt-BR" dirty="0" smtClean="0"/>
              <a:t>A grande mudança foi na forma de atribuir o valor para a variável nome. Ao invés de fixar esse valor, usamos o comando </a:t>
            </a:r>
            <a:r>
              <a:rPr lang="pt-BR" dirty="0" err="1" smtClean="0"/>
              <a:t>read</a:t>
            </a:r>
            <a:r>
              <a:rPr lang="pt-BR" dirty="0" smtClean="0"/>
              <a:t> para que o usuário digite o nome que quer procurar. Esse nome será atribuído a variável e utilizada no comando </a:t>
            </a:r>
            <a:r>
              <a:rPr lang="pt-BR" dirty="0" err="1" smtClean="0"/>
              <a:t>grep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www.cpscetec.com.br/adistancia/shelllinux/Imagens/imagem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14290"/>
            <a:ext cx="8072494" cy="635723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 </a:t>
            </a:r>
            <a:r>
              <a:rPr lang="pt-BR" b="1" dirty="0" smtClean="0"/>
              <a:t>Script  para inserir no arquivo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Vamos agora desenvolver um </a:t>
            </a:r>
            <a:r>
              <a:rPr lang="pt-BR" dirty="0" err="1" smtClean="0"/>
              <a:t>shell</a:t>
            </a:r>
            <a:r>
              <a:rPr lang="pt-BR" dirty="0" smtClean="0"/>
              <a:t> script para inserir novos telefones. Crie um novo </a:t>
            </a:r>
            <a:r>
              <a:rPr lang="pt-BR" dirty="0" err="1" smtClean="0"/>
              <a:t>shell</a:t>
            </a:r>
            <a:r>
              <a:rPr lang="pt-BR" dirty="0" smtClean="0"/>
              <a:t> script como o nome </a:t>
            </a:r>
            <a:r>
              <a:rPr lang="pt-BR" dirty="0" err="1" smtClean="0"/>
              <a:t>addtel</a:t>
            </a:r>
            <a:r>
              <a:rPr lang="pt-BR" dirty="0" smtClean="0"/>
              <a:t>.</a:t>
            </a:r>
            <a:r>
              <a:rPr lang="pt-BR" dirty="0" err="1" smtClean="0"/>
              <a:t>sh</a:t>
            </a:r>
            <a:endParaRPr lang="pt-BR" dirty="0" smtClean="0"/>
          </a:p>
          <a:p>
            <a:r>
              <a:rPr lang="pt-BR" dirty="0" smtClean="0"/>
              <a:t>A novidade desse código esta nos sinais &gt;&gt;. Sua função é redirecionar a saída do comando </a:t>
            </a:r>
            <a:r>
              <a:rPr lang="pt-BR" dirty="0" err="1" smtClean="0"/>
              <a:t>echo</a:t>
            </a:r>
            <a:r>
              <a:rPr lang="pt-BR" dirty="0" smtClean="0"/>
              <a:t> que por padrão é o terminal para o arquivo telefones sem apagar o conteúdo do mesmo.</a:t>
            </a:r>
          </a:p>
          <a:p>
            <a:r>
              <a:rPr lang="pt-BR" dirty="0" smtClean="0"/>
              <a:t>Não se esqueça de salvar o arquivo e adicionar a permissão de execução a ele.</a:t>
            </a:r>
          </a:p>
          <a:p>
            <a:r>
              <a:rPr lang="pt-BR" dirty="0" err="1" smtClean="0"/>
              <a:t>chmod</a:t>
            </a:r>
            <a:r>
              <a:rPr lang="pt-BR" dirty="0" smtClean="0"/>
              <a:t> 777 </a:t>
            </a:r>
            <a:r>
              <a:rPr lang="pt-BR" dirty="0" err="1" smtClean="0"/>
              <a:t>addtel</a:t>
            </a:r>
            <a:r>
              <a:rPr lang="pt-BR" dirty="0" smtClean="0"/>
              <a:t>.</a:t>
            </a:r>
            <a:r>
              <a:rPr lang="pt-BR" dirty="0" err="1" smtClean="0"/>
              <a:t>sh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www.cpscetec.com.br/adistancia/shelllinux/Imagens/imagem2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57166"/>
            <a:ext cx="7572428" cy="6160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s</a:t>
            </a:r>
            <a:r>
              <a:rPr lang="pt-BR" b="1" dirty="0" smtClean="0"/>
              <a:t>cript para </a:t>
            </a:r>
            <a:r>
              <a:rPr lang="pt-BR" b="1" dirty="0" smtClean="0"/>
              <a:t>remover </a:t>
            </a:r>
            <a:r>
              <a:rPr lang="pt-BR" b="1" dirty="0" smtClean="0"/>
              <a:t>do arquivo</a:t>
            </a:r>
            <a:r>
              <a:rPr lang="pt-BR" b="1" dirty="0" smtClean="0"/>
              <a:t/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 smtClean="0"/>
              <a:t>Vamos criar agora um </a:t>
            </a:r>
            <a:r>
              <a:rPr lang="pt-BR" dirty="0" err="1" smtClean="0"/>
              <a:t>shell</a:t>
            </a:r>
            <a:r>
              <a:rPr lang="pt-BR" dirty="0" smtClean="0"/>
              <a:t> script para remover um telefone do arquivo. Crie um novo arquivo com o nome </a:t>
            </a:r>
            <a:r>
              <a:rPr lang="pt-BR" dirty="0" err="1" smtClean="0"/>
              <a:t>deltel</a:t>
            </a:r>
            <a:r>
              <a:rPr lang="pt-BR" dirty="0" smtClean="0"/>
              <a:t>.</a:t>
            </a:r>
            <a:r>
              <a:rPr lang="pt-BR" dirty="0" err="1" smtClean="0"/>
              <a:t>sh</a:t>
            </a:r>
            <a:r>
              <a:rPr lang="pt-BR" dirty="0" smtClean="0"/>
              <a:t> e insira os códigos conforme figura ao lado.</a:t>
            </a:r>
          </a:p>
          <a:p>
            <a:r>
              <a:rPr lang="pt-BR" dirty="0" smtClean="0"/>
              <a:t>Quando o </a:t>
            </a:r>
            <a:r>
              <a:rPr lang="pt-BR" dirty="0" err="1" smtClean="0"/>
              <a:t>shell</a:t>
            </a:r>
            <a:r>
              <a:rPr lang="pt-BR" dirty="0" smtClean="0"/>
              <a:t> script for executado será pedido o nome que será removido do arquivo telefones. </a:t>
            </a:r>
            <a:endParaRPr lang="pt-BR" dirty="0" smtClean="0"/>
          </a:p>
          <a:p>
            <a:r>
              <a:rPr lang="pt-BR" dirty="0" smtClean="0"/>
              <a:t>Uma </a:t>
            </a:r>
            <a:r>
              <a:rPr lang="pt-BR" dirty="0" smtClean="0"/>
              <a:t>vez digitado o comando </a:t>
            </a:r>
            <a:r>
              <a:rPr lang="pt-BR" dirty="0" err="1" smtClean="0"/>
              <a:t>grep</a:t>
            </a:r>
            <a:r>
              <a:rPr lang="pt-BR" dirty="0" smtClean="0"/>
              <a:t> vai listar somente as linhas que não casaram com a expressão, nesse caso será listado todos os nomes </a:t>
            </a:r>
            <a:r>
              <a:rPr lang="pt-BR" dirty="0" err="1" smtClean="0"/>
              <a:t>exeto</a:t>
            </a:r>
            <a:r>
              <a:rPr lang="pt-BR" dirty="0" smtClean="0"/>
              <a:t> o nome que será retirado. A saída do comando </a:t>
            </a:r>
            <a:r>
              <a:rPr lang="pt-BR" dirty="0" err="1" smtClean="0"/>
              <a:t>grep</a:t>
            </a:r>
            <a:r>
              <a:rPr lang="pt-BR" dirty="0" smtClean="0"/>
              <a:t> está sendo redirecionada através do sinal (&gt;) para um arquivo temporário no diretório </a:t>
            </a:r>
            <a:r>
              <a:rPr lang="pt-BR" dirty="0" err="1" smtClean="0"/>
              <a:t>tmp</a:t>
            </a:r>
            <a:r>
              <a:rPr lang="pt-BR" dirty="0" smtClean="0"/>
              <a:t>.</a:t>
            </a:r>
          </a:p>
          <a:p>
            <a:r>
              <a:rPr lang="pt-BR" dirty="0" smtClean="0"/>
              <a:t>Criado esse arquivo temporário o arquivo telefones será sobreposto com o conteúdo do arquivo temporário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http://www.cpscetec.com.br/adistancia/shelllinux/Imagens/imagem2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85728"/>
            <a:ext cx="8001056" cy="62848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Estrutura </a:t>
            </a:r>
            <a:r>
              <a:rPr lang="pt-BR" b="1" dirty="0" smtClean="0"/>
              <a:t>Condicional </a:t>
            </a:r>
            <a:r>
              <a:rPr lang="pt-BR" b="1" dirty="0" smtClean="0"/>
              <a:t>em Shell </a:t>
            </a:r>
            <a:r>
              <a:rPr lang="pt-BR" b="1" dirty="0" smtClean="0"/>
              <a:t>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As estruturas condicionais possibilitam testar situações corriqueiras dentro dos programas, de forma a permitir tomadas de decisão e contra-decisão cabíveis em cada caso, mudando o fluxo de execução das rotinas.</a:t>
            </a:r>
          </a:p>
          <a:p>
            <a:r>
              <a:rPr lang="pt-BR" dirty="0" smtClean="0"/>
              <a:t>No Shell Script as </a:t>
            </a:r>
            <a:r>
              <a:rPr lang="pt-BR" dirty="0" err="1" smtClean="0"/>
              <a:t>estrutiras</a:t>
            </a:r>
            <a:r>
              <a:rPr lang="pt-BR" dirty="0" smtClean="0"/>
              <a:t> condicionais funcionam de forma diferente se compararmos com as linguagens de programação convencionais. No </a:t>
            </a:r>
            <a:r>
              <a:rPr lang="pt-BR" dirty="0" err="1" smtClean="0"/>
              <a:t>shell</a:t>
            </a:r>
            <a:r>
              <a:rPr lang="pt-BR" dirty="0" smtClean="0"/>
              <a:t> é testado o código de retorno do comando que o segue. Se o comando funcionou ou não.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Estrutura Condicional em Shell Script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72072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 smtClean="0"/>
              <a:t>Sintaxe do </a:t>
            </a:r>
            <a:r>
              <a:rPr lang="pt-BR" b="1" dirty="0" err="1" smtClean="0"/>
              <a:t>if</a:t>
            </a:r>
            <a:r>
              <a:rPr lang="pt-BR" b="1" dirty="0" smtClean="0"/>
              <a:t>.</a:t>
            </a:r>
          </a:p>
          <a:p>
            <a:pPr lvl="1"/>
            <a:r>
              <a:rPr lang="pt-BR" dirty="0" smtClean="0"/>
              <a:t>A principal estrutura condicional é o </a:t>
            </a:r>
            <a:r>
              <a:rPr lang="pt-BR" dirty="0" err="1" smtClean="0"/>
              <a:t>if</a:t>
            </a:r>
            <a:r>
              <a:rPr lang="pt-BR" dirty="0" smtClean="0"/>
              <a:t> e sua sintaxe é</a:t>
            </a:r>
            <a:r>
              <a:rPr lang="pt-BR" dirty="0" smtClean="0"/>
              <a:t>:</a:t>
            </a:r>
          </a:p>
          <a:p>
            <a:pPr lvl="1"/>
            <a:endParaRPr lang="pt-BR" dirty="0" smtClean="0"/>
          </a:p>
          <a:p>
            <a:pPr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&lt;comando&gt;</a:t>
            </a:r>
          </a:p>
          <a:p>
            <a:pPr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then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&lt;comando1&gt;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&lt;...&gt;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else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&lt;comando3&gt;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&lt;comando4&gt;</a:t>
            </a:r>
          </a:p>
          <a:p>
            <a:pPr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fi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http://www.cpscetec.com.br/adistancia/shelllinux/Imagens/imagem2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28604"/>
            <a:ext cx="7500990" cy="60759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Operadores Relacionais</a:t>
            </a:r>
            <a:r>
              <a:rPr lang="pt-BR" b="1" dirty="0" smtClean="0"/>
              <a:t/>
            </a:r>
            <a:br>
              <a:rPr lang="pt-BR" b="1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614486"/>
          </a:xfrm>
        </p:spPr>
        <p:txBody>
          <a:bodyPr/>
          <a:lstStyle/>
          <a:p>
            <a:r>
              <a:rPr lang="pt-BR" dirty="0" smtClean="0"/>
              <a:t>Além de realizar testes com comandos, é possível realizar testes com valores inteiros. Para isso usamos operadores específicos conforme tabela abaixo: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214414" y="3286124"/>
          <a:ext cx="6500858" cy="2560320"/>
        </p:xfrm>
        <a:graphic>
          <a:graphicData uri="http://schemas.openxmlformats.org/drawingml/2006/table">
            <a:tbl>
              <a:tblPr/>
              <a:tblGrid>
                <a:gridCol w="1894421"/>
                <a:gridCol w="460643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Operador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-eq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Igual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diferente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-gt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maior 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maior ou igual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menor 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-le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menor ou igual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http://www.cpscetec.com.br/adistancia/shelllinux/Imagens/imagem2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382059" cy="5500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Outras comparações com </a:t>
            </a:r>
            <a:r>
              <a:rPr lang="pt-BR" b="1" dirty="0" err="1" smtClean="0"/>
              <a:t>if</a:t>
            </a:r>
            <a:endParaRPr lang="pt-BR" dirty="0"/>
          </a:p>
        </p:txBody>
      </p:sp>
      <p:pic>
        <p:nvPicPr>
          <p:cNvPr id="40962" name="Picture 2" descr="http://www.cpscetec.com.br/adistancia/shelllinux/Imagens/imagem2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428736"/>
            <a:ext cx="7629525" cy="521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Outras comparações com </a:t>
            </a:r>
            <a:r>
              <a:rPr lang="pt-BR" b="1" dirty="0" err="1" smtClean="0"/>
              <a:t>if</a:t>
            </a:r>
            <a:endParaRPr lang="pt-BR" dirty="0"/>
          </a:p>
        </p:txBody>
      </p:sp>
      <p:pic>
        <p:nvPicPr>
          <p:cNvPr id="41986" name="Picture 2" descr="http://www.cpscetec.com.br/adistancia/shelllinux/Imagens/imagem2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57298"/>
            <a:ext cx="7620000" cy="52292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Estrutura de </a:t>
            </a:r>
            <a:r>
              <a:rPr lang="pt-BR" b="1" dirty="0" smtClean="0"/>
              <a:t>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As estruturas de repetição servem para repetir determinados comandos até que uma condição especial seja alcançada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b="1" dirty="0" smtClean="0"/>
              <a:t>1 - Primeiro exemplo utilizando a estrutura </a:t>
            </a:r>
            <a:r>
              <a:rPr lang="pt-BR" b="1" dirty="0" err="1" smtClean="0"/>
              <a:t>while</a:t>
            </a:r>
            <a:r>
              <a:rPr lang="pt-BR" b="1" dirty="0" smtClean="0"/>
              <a:t>.</a:t>
            </a:r>
          </a:p>
          <a:p>
            <a:pPr lvl="1"/>
            <a:r>
              <a:rPr lang="pt-BR" dirty="0" smtClean="0"/>
              <a:t>Enquanto a condição do </a:t>
            </a:r>
            <a:r>
              <a:rPr lang="pt-BR" dirty="0" err="1" smtClean="0"/>
              <a:t>while</a:t>
            </a:r>
            <a:r>
              <a:rPr lang="pt-BR" dirty="0" smtClean="0"/>
              <a:t> for verdadeira , a instrução entre do e </a:t>
            </a:r>
            <a:r>
              <a:rPr lang="pt-BR" dirty="0" err="1" smtClean="0"/>
              <a:t>done</a:t>
            </a:r>
            <a:r>
              <a:rPr lang="pt-BR" dirty="0" smtClean="0"/>
              <a:t> é executada.: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http://www.cpscetec.com.br/adistancia/shelllinux/Imagens/imagem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500042"/>
            <a:ext cx="8624515" cy="59293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Estrutura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Nesse exemplo, criamos m arquivo chamado addtel2.</a:t>
            </a:r>
            <a:r>
              <a:rPr lang="pt-BR" dirty="0" err="1" smtClean="0"/>
              <a:t>sh</a:t>
            </a:r>
            <a:r>
              <a:rPr lang="pt-BR" dirty="0" smtClean="0"/>
              <a:t>, sua função é adicionar telefones ao arquivos telefones. Você pode estar pensando"Já fizemos esse exemplo", realmente no arquivo chamado </a:t>
            </a:r>
            <a:r>
              <a:rPr lang="pt-BR" dirty="0" err="1" smtClean="0"/>
              <a:t>addtel</a:t>
            </a:r>
            <a:r>
              <a:rPr lang="pt-BR" dirty="0" smtClean="0"/>
              <a:t>.</a:t>
            </a:r>
            <a:r>
              <a:rPr lang="pt-BR" dirty="0" err="1" smtClean="0"/>
              <a:t>sh</a:t>
            </a:r>
            <a:r>
              <a:rPr lang="pt-BR" dirty="0" smtClean="0"/>
              <a:t>. A diferença para esse novo exemplo será que ao invés de inserir apenas um novo telefone por vez, adicionaremos vários telefones conforme a necessidade do usuário.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utilizando For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pt-BR" b="1" dirty="0" smtClean="0"/>
          </a:p>
          <a:p>
            <a:r>
              <a:rPr lang="pt-BR" dirty="0" smtClean="0"/>
              <a:t>O For no Shell Script se comporta diferente do que o For nas linguagens tradicionais, percorrendo uma lista qualquer, e atribuindo a uma variável, cada valor dessa lista.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www.cpscetec.com.br/adistancia/shelllinux/Imagens/imagem3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571480"/>
            <a:ext cx="8318443" cy="57150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http://www.cpscetec.com.br/adistancia/shelllinux/Imagens/imagem3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744322" cy="60007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utilizando For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Outra forma de utilizar o for é indicando o valor inicial da variável, o valor do incremento e o valor final da repetição.</a:t>
            </a:r>
          </a:p>
          <a:p>
            <a:r>
              <a:rPr lang="pt-BR" dirty="0" smtClean="0"/>
              <a:t>O comando </a:t>
            </a:r>
            <a:r>
              <a:rPr lang="pt-BR" dirty="0" err="1" smtClean="0"/>
              <a:t>seq</a:t>
            </a:r>
            <a:r>
              <a:rPr lang="pt-BR" dirty="0" smtClean="0"/>
              <a:t> X Y Z, conta de X até Z indo de Y em Y. No exemplo a repetição começa em 1 até 10 indo de 1 em 1.</a:t>
            </a:r>
          </a:p>
          <a:p>
            <a:r>
              <a:rPr lang="pt-BR" dirty="0" err="1" smtClean="0"/>
              <a:t>Obs</a:t>
            </a:r>
            <a:r>
              <a:rPr lang="pt-BR" dirty="0" smtClean="0"/>
              <a:t>: O comando </a:t>
            </a:r>
            <a:r>
              <a:rPr lang="pt-BR" dirty="0" err="1" smtClean="0"/>
              <a:t>seq</a:t>
            </a:r>
            <a:r>
              <a:rPr lang="pt-BR" dirty="0" smtClean="0"/>
              <a:t> deve estar entre crase.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</TotalTime>
  <Words>1239</Words>
  <Application>Microsoft Office PowerPoint</Application>
  <PresentationFormat>Apresentação na tela (4:3)</PresentationFormat>
  <Paragraphs>112</Paragraphs>
  <Slides>36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7" baseType="lpstr">
      <vt:lpstr>Mediano</vt:lpstr>
      <vt:lpstr>Linux</vt:lpstr>
      <vt:lpstr>Shell Script</vt:lpstr>
      <vt:lpstr>Shell Script</vt:lpstr>
      <vt:lpstr>Shell Script</vt:lpstr>
      <vt:lpstr>Shell Script</vt:lpstr>
      <vt:lpstr>Shell Script</vt:lpstr>
      <vt:lpstr>Shell Script</vt:lpstr>
      <vt:lpstr>Slide 8</vt:lpstr>
      <vt:lpstr>Shell Script</vt:lpstr>
      <vt:lpstr>Slide 10</vt:lpstr>
      <vt:lpstr>Slide 11</vt:lpstr>
      <vt:lpstr>Slide 12</vt:lpstr>
      <vt:lpstr>Slide 13</vt:lpstr>
      <vt:lpstr>Usando variáveis no Shell Script</vt:lpstr>
      <vt:lpstr>Slide 15</vt:lpstr>
      <vt:lpstr>Usando variáveis no Shell Script</vt:lpstr>
      <vt:lpstr>Slide 17</vt:lpstr>
      <vt:lpstr>Slide 18</vt:lpstr>
      <vt:lpstr> Script  para inserir no arquivo</vt:lpstr>
      <vt:lpstr>Slide 20</vt:lpstr>
      <vt:lpstr>script para remover do arquivo </vt:lpstr>
      <vt:lpstr>Slide 22</vt:lpstr>
      <vt:lpstr>Estrutura Condicional em Shell Script</vt:lpstr>
      <vt:lpstr>Estrutura Condicional em Shell Script</vt:lpstr>
      <vt:lpstr>Slide 25</vt:lpstr>
      <vt:lpstr>Operadores Relacionais </vt:lpstr>
      <vt:lpstr>Slide 27</vt:lpstr>
      <vt:lpstr>Outras comparações com if</vt:lpstr>
      <vt:lpstr>Outras comparações com if</vt:lpstr>
      <vt:lpstr>Estrutura de Repetição</vt:lpstr>
      <vt:lpstr>Slide 31</vt:lpstr>
      <vt:lpstr>Estrutura de Repetição</vt:lpstr>
      <vt:lpstr>utilizando For</vt:lpstr>
      <vt:lpstr>Slide 34</vt:lpstr>
      <vt:lpstr>Slide 35</vt:lpstr>
      <vt:lpstr>utilizando For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aluno</dc:creator>
  <cp:lastModifiedBy>aluno</cp:lastModifiedBy>
  <cp:revision>16</cp:revision>
  <dcterms:created xsi:type="dcterms:W3CDTF">2014-09-05T23:02:00Z</dcterms:created>
  <dcterms:modified xsi:type="dcterms:W3CDTF">2014-09-05T23:32:10Z</dcterms:modified>
</cp:coreProperties>
</file>