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51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5E5D232-2D09-4868-94D3-2CB41828405A}" type="datetimeFigureOut">
              <a:rPr lang="pt-BR" smtClean="0"/>
              <a:t>02/05/2013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E19AC31-5732-4D96-B428-E07E392D302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Jquery</a:t>
            </a:r>
            <a:r>
              <a:rPr lang="pt-BR" dirty="0" smtClean="0"/>
              <a:t> – Parte 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Linguagem de scripts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Obter conteúdo e </a:t>
            </a:r>
            <a:r>
              <a:rPr lang="pt-BR" dirty="0" smtClean="0"/>
              <a:t>atributos do HTML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 smtClean="0"/>
              <a:t>jQuery</a:t>
            </a:r>
            <a:r>
              <a:rPr lang="pt-BR" dirty="0" smtClean="0"/>
              <a:t> contém poderosos métodos para alterar e manipular os elementos e atributos HTML</a:t>
            </a:r>
            <a:r>
              <a:rPr lang="pt-BR" dirty="0" smtClean="0"/>
              <a:t>.</a:t>
            </a:r>
          </a:p>
          <a:p>
            <a:r>
              <a:rPr lang="pt-BR" dirty="0" smtClean="0"/>
              <a:t>Uma parte muito importante da </a:t>
            </a:r>
            <a:r>
              <a:rPr lang="pt-BR" dirty="0" err="1" smtClean="0"/>
              <a:t>jQuery</a:t>
            </a:r>
            <a:r>
              <a:rPr lang="pt-BR" dirty="0" smtClean="0"/>
              <a:t> é a possibilidade de manipular o </a:t>
            </a:r>
            <a:r>
              <a:rPr lang="pt-BR" dirty="0" smtClean="0"/>
              <a:t>DOM possuindo diversos </a:t>
            </a:r>
            <a:r>
              <a:rPr lang="pt-BR" dirty="0" smtClean="0"/>
              <a:t>métodos relacionados DOM que tornam mais fácil para acessar e manipular os elementos e atributos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DOM = </a:t>
            </a:r>
            <a:r>
              <a:rPr lang="pt-BR" b="1" dirty="0" err="1" smtClean="0"/>
              <a:t>Document</a:t>
            </a:r>
            <a:r>
              <a:rPr lang="pt-BR" b="1" dirty="0" smtClean="0"/>
              <a:t> </a:t>
            </a:r>
            <a:r>
              <a:rPr lang="pt-BR" b="1" dirty="0" err="1" smtClean="0"/>
              <a:t>Object</a:t>
            </a:r>
            <a:r>
              <a:rPr lang="pt-BR" b="1" dirty="0" smtClean="0"/>
              <a:t> </a:t>
            </a:r>
            <a:r>
              <a:rPr lang="pt-BR" b="1" dirty="0" err="1" smtClean="0"/>
              <a:t>Model</a:t>
            </a:r>
            <a:endParaRPr lang="pt-BR" b="1" dirty="0" smtClean="0"/>
          </a:p>
          <a:p>
            <a:pPr lvl="1"/>
            <a:r>
              <a:rPr lang="pt-BR" dirty="0" smtClean="0"/>
              <a:t>O DOM define um padrão de acesso a documentos HTML e XML: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Obter conteúdo – </a:t>
            </a:r>
            <a:r>
              <a:rPr lang="pt-BR" dirty="0" err="1" smtClean="0"/>
              <a:t>text</a:t>
            </a:r>
            <a:r>
              <a:rPr lang="pt-BR" dirty="0" smtClean="0"/>
              <a:t>, </a:t>
            </a:r>
            <a:r>
              <a:rPr lang="pt-BR" dirty="0" err="1" smtClean="0"/>
              <a:t>html</a:t>
            </a:r>
            <a:r>
              <a:rPr lang="pt-BR" dirty="0" smtClean="0"/>
              <a:t> e </a:t>
            </a:r>
            <a:r>
              <a:rPr lang="pt-BR" dirty="0" err="1" smtClean="0"/>
              <a:t>val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Três métodos </a:t>
            </a:r>
            <a:r>
              <a:rPr lang="pt-BR" dirty="0" smtClean="0"/>
              <a:t>simples </a:t>
            </a:r>
            <a:r>
              <a:rPr lang="pt-BR" dirty="0" smtClean="0"/>
              <a:t>para manipulação DOM são</a:t>
            </a:r>
            <a:r>
              <a:rPr lang="pt-BR" dirty="0" smtClean="0"/>
              <a:t>:</a:t>
            </a:r>
          </a:p>
          <a:p>
            <a:pPr lvl="1"/>
            <a:r>
              <a:rPr lang="pt-BR" dirty="0" err="1" smtClean="0"/>
              <a:t>text</a:t>
            </a:r>
            <a:r>
              <a:rPr lang="pt-BR" dirty="0" smtClean="0"/>
              <a:t> () - Define ou retorna o conteúdo de elementos selecionados do texto</a:t>
            </a:r>
          </a:p>
          <a:p>
            <a:pPr lvl="1"/>
            <a:r>
              <a:rPr lang="pt-BR" dirty="0" err="1" smtClean="0"/>
              <a:t>html</a:t>
            </a:r>
            <a:r>
              <a:rPr lang="pt-BR" dirty="0" smtClean="0"/>
              <a:t> () - Define ou retorna o conteúdo de elementos selecionados (incluindo </a:t>
            </a:r>
            <a:r>
              <a:rPr lang="pt-BR" dirty="0" smtClean="0"/>
              <a:t>as </a:t>
            </a:r>
            <a:r>
              <a:rPr lang="pt-BR" dirty="0" err="1" smtClean="0"/>
              <a:t>tags</a:t>
            </a:r>
            <a:r>
              <a:rPr lang="pt-BR" dirty="0" smtClean="0"/>
              <a:t> do HTML</a:t>
            </a:r>
            <a:r>
              <a:rPr lang="pt-BR" dirty="0" smtClean="0"/>
              <a:t>)</a:t>
            </a:r>
          </a:p>
          <a:p>
            <a:pPr lvl="1"/>
            <a:r>
              <a:rPr lang="pt-BR" dirty="0" err="1" smtClean="0"/>
              <a:t>val</a:t>
            </a:r>
            <a:r>
              <a:rPr lang="pt-BR" dirty="0" smtClean="0"/>
              <a:t> () - Define ou retorna o valor dos campos do formulário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Obter conteúdo – </a:t>
            </a:r>
            <a:r>
              <a:rPr lang="pt-BR" dirty="0" err="1" smtClean="0"/>
              <a:t>text</a:t>
            </a:r>
            <a:r>
              <a:rPr lang="pt-BR" dirty="0" smtClean="0"/>
              <a:t>, </a:t>
            </a:r>
            <a:r>
              <a:rPr lang="pt-BR" dirty="0" err="1" smtClean="0"/>
              <a:t>html</a:t>
            </a:r>
            <a:r>
              <a:rPr lang="pt-BR" dirty="0" smtClean="0"/>
              <a:t> e </a:t>
            </a:r>
            <a:r>
              <a:rPr lang="pt-BR" dirty="0" err="1" smtClean="0"/>
              <a:t>val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$("#btn1").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$("#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test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());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$("#btn2").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("HTML: " + $("#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test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());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Obter conteúdo – </a:t>
            </a:r>
            <a:r>
              <a:rPr lang="pt-BR" dirty="0" err="1" smtClean="0"/>
              <a:t>text</a:t>
            </a:r>
            <a:r>
              <a:rPr lang="pt-BR" dirty="0" smtClean="0"/>
              <a:t>, </a:t>
            </a:r>
            <a:r>
              <a:rPr lang="pt-BR" dirty="0" err="1" smtClean="0"/>
              <a:t>html</a:t>
            </a:r>
            <a:r>
              <a:rPr lang="pt-BR" dirty="0" smtClean="0"/>
              <a:t> e </a:t>
            </a:r>
            <a:r>
              <a:rPr lang="pt-BR" dirty="0" err="1" smtClean="0"/>
              <a:t>val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+mj-lt"/>
                <a:cs typeface="Courier New" pitchFamily="49" charset="0"/>
              </a:rPr>
              <a:t>O exemplo a seguir demonstra como obter o valor de um campo de entrada com o método </a:t>
            </a:r>
            <a:r>
              <a:rPr lang="pt-BR" sz="2400" dirty="0" err="1" smtClean="0">
                <a:latin typeface="+mj-lt"/>
                <a:cs typeface="Courier New" pitchFamily="49" charset="0"/>
              </a:rPr>
              <a:t>val</a:t>
            </a:r>
            <a:r>
              <a:rPr lang="pt-BR" sz="2400" dirty="0" smtClean="0">
                <a:latin typeface="+mj-lt"/>
                <a:cs typeface="Courier New" pitchFamily="49" charset="0"/>
              </a:rPr>
              <a:t>():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</a:t>
            </a:r>
            <a: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btn1").click(function(){</a:t>
            </a:r>
            <a:b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alert("Value: " + $("#test").</a:t>
            </a:r>
            <a:r>
              <a:rPr lang="en-US" sz="21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());</a:t>
            </a:r>
            <a:b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</a:p>
          <a:p>
            <a:endParaRPr lang="en-US" sz="24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400" u="sng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Atributos – </a:t>
            </a:r>
            <a:r>
              <a:rPr lang="pt-BR" dirty="0" err="1" smtClean="0"/>
              <a:t>attr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exemplo a seguir demonstra como obter o valor do atributo </a:t>
            </a:r>
            <a:r>
              <a:rPr lang="pt-BR" dirty="0" err="1" smtClean="0"/>
              <a:t>href</a:t>
            </a:r>
            <a:r>
              <a:rPr lang="pt-BR" dirty="0" smtClean="0"/>
              <a:t> de um link</a:t>
            </a:r>
            <a:r>
              <a:rPr lang="pt-BR" dirty="0" smtClean="0"/>
              <a:t>:</a:t>
            </a:r>
          </a:p>
          <a:p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$("button").click(function(){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alert($("#w3s").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"));</a:t>
            </a:r>
            <a:b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Definir conteúdo e atributos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Usaremos os mesmos três métodos </a:t>
            </a:r>
            <a:r>
              <a:rPr lang="pt-BR" dirty="0" smtClean="0"/>
              <a:t>do slide anterior </a:t>
            </a:r>
            <a:r>
              <a:rPr lang="pt-BR" dirty="0" smtClean="0"/>
              <a:t>para definir conteúdo</a:t>
            </a:r>
            <a:r>
              <a:rPr lang="pt-BR" dirty="0" smtClean="0"/>
              <a:t>:</a:t>
            </a:r>
          </a:p>
          <a:p>
            <a:pPr lvl="1"/>
            <a:r>
              <a:rPr lang="pt-BR" dirty="0" err="1" smtClean="0"/>
              <a:t>text</a:t>
            </a:r>
            <a:r>
              <a:rPr lang="pt-BR" dirty="0" smtClean="0"/>
              <a:t> () - Define ou retorna o conteúdo de elementos selecionados do texto</a:t>
            </a:r>
          </a:p>
          <a:p>
            <a:pPr lvl="1"/>
            <a:r>
              <a:rPr lang="pt-BR" dirty="0" err="1" smtClean="0"/>
              <a:t>html</a:t>
            </a:r>
            <a:r>
              <a:rPr lang="pt-BR" dirty="0" smtClean="0"/>
              <a:t> () - Define ou retorna o conteúdo de elementos selecionados (incluindo a marcação HTML)</a:t>
            </a:r>
          </a:p>
          <a:p>
            <a:pPr lvl="1"/>
            <a:r>
              <a:rPr lang="pt-BR" dirty="0" err="1" smtClean="0"/>
              <a:t>val</a:t>
            </a:r>
            <a:r>
              <a:rPr lang="pt-BR" dirty="0" smtClean="0"/>
              <a:t> () - Define ou retorna o valor dos campos do formulário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Definir conteúdo e atributos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$("#btn1").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$("#test1").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world!");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$("#btn2").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$("#test2").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("&lt;b&gt;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world!&lt;/b&gt;");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$("#btn3").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$("#test3").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("Dolly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Duck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0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Função</a:t>
            </a:r>
            <a:r>
              <a:rPr lang="en-US" sz="3600" dirty="0" smtClean="0"/>
              <a:t> Callback </a:t>
            </a:r>
            <a:r>
              <a:rPr lang="en-US" sz="3600" dirty="0" err="1" smtClean="0"/>
              <a:t>para</a:t>
            </a:r>
            <a:r>
              <a:rPr lang="en-US" sz="3600" dirty="0" smtClean="0"/>
              <a:t> </a:t>
            </a:r>
            <a:r>
              <a:rPr lang="en-US" sz="3600" dirty="0" smtClean="0"/>
              <a:t>text(), html</a:t>
            </a:r>
            <a:r>
              <a:rPr lang="en-US" sz="3600" dirty="0" smtClean="0"/>
              <a:t>() e </a:t>
            </a:r>
            <a:r>
              <a:rPr lang="en-US" sz="3600" dirty="0" err="1" smtClean="0"/>
              <a:t>val</a:t>
            </a:r>
            <a:r>
              <a:rPr lang="en-US" sz="3600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Todos os três métodos </a:t>
            </a:r>
            <a:r>
              <a:rPr lang="pt-BR" dirty="0" smtClean="0"/>
              <a:t>: </a:t>
            </a:r>
            <a:r>
              <a:rPr lang="pt-BR" dirty="0" err="1" smtClean="0"/>
              <a:t>text</a:t>
            </a:r>
            <a:r>
              <a:rPr lang="pt-BR" dirty="0" smtClean="0"/>
              <a:t> (), </a:t>
            </a:r>
            <a:r>
              <a:rPr lang="pt-BR" dirty="0" err="1" smtClean="0"/>
              <a:t>html</a:t>
            </a:r>
            <a:r>
              <a:rPr lang="pt-BR" dirty="0" smtClean="0"/>
              <a:t> () e </a:t>
            </a:r>
            <a:r>
              <a:rPr lang="pt-BR" dirty="0" err="1" smtClean="0"/>
              <a:t>val</a:t>
            </a:r>
            <a:r>
              <a:rPr lang="pt-BR" dirty="0" smtClean="0"/>
              <a:t> (), também vêm com uma função callback. </a:t>
            </a:r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 smtClean="0"/>
              <a:t>função de callback tem dois parâmetros: o índice do elemento atual na lista de elementos selecionados </a:t>
            </a:r>
            <a:r>
              <a:rPr lang="pt-BR" dirty="0" smtClean="0"/>
              <a:t>e o </a:t>
            </a:r>
            <a:r>
              <a:rPr lang="pt-BR" dirty="0" smtClean="0"/>
              <a:t>valor original (</a:t>
            </a:r>
            <a:r>
              <a:rPr lang="pt-BR" dirty="0" err="1" smtClean="0"/>
              <a:t>old</a:t>
            </a:r>
            <a:r>
              <a:rPr lang="pt-BR" dirty="0" smtClean="0"/>
              <a:t>). </a:t>
            </a:r>
            <a:endParaRPr lang="pt-BR" dirty="0" smtClean="0"/>
          </a:p>
          <a:p>
            <a:r>
              <a:rPr lang="pt-BR" dirty="0" smtClean="0"/>
              <a:t>Você</a:t>
            </a:r>
            <a:r>
              <a:rPr lang="pt-BR" dirty="0" smtClean="0"/>
              <a:t>, então, retornar a string que você deseja usar como o novo valor da função.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Função</a:t>
            </a:r>
            <a:r>
              <a:rPr lang="en-US" sz="3600" dirty="0" smtClean="0"/>
              <a:t> Callback </a:t>
            </a:r>
            <a:r>
              <a:rPr lang="en-US" sz="3600" dirty="0" err="1" smtClean="0"/>
              <a:t>para</a:t>
            </a:r>
            <a:r>
              <a:rPr lang="en-US" sz="3600" dirty="0" smtClean="0"/>
              <a:t> text(), html() e </a:t>
            </a:r>
            <a:r>
              <a:rPr lang="en-US" sz="3600" dirty="0" err="1" smtClean="0"/>
              <a:t>val</a:t>
            </a:r>
            <a:r>
              <a:rPr lang="en-US" sz="3600" dirty="0" smtClean="0"/>
              <a:t>()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84976" cy="4997152"/>
          </a:xfrm>
        </p:spPr>
        <p:txBody>
          <a:bodyPr>
            <a:noAutofit/>
          </a:bodyPr>
          <a:lstStyle/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$("#btn1").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$("#test1").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(i,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Old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 "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world!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index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i + ")"; 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$("#btn2").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$("#test2").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(i,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Old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 "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&lt;b&gt;world!&lt;/b&gt;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index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: " + i + ")"; 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0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Definindo Atributos - </a:t>
            </a:r>
            <a:r>
              <a:rPr lang="pt-BR" dirty="0" err="1" smtClean="0"/>
              <a:t>attr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método </a:t>
            </a:r>
            <a:r>
              <a:rPr lang="pt-BR" dirty="0" err="1" smtClean="0"/>
              <a:t>attr</a:t>
            </a:r>
            <a:r>
              <a:rPr lang="pt-BR" dirty="0" smtClean="0"/>
              <a:t> </a:t>
            </a:r>
            <a:r>
              <a:rPr lang="pt-BR" dirty="0" err="1" smtClean="0"/>
              <a:t>jQuery</a:t>
            </a:r>
            <a:r>
              <a:rPr lang="pt-BR" dirty="0" smtClean="0"/>
              <a:t> () também é usado para definir / alterar os valores dos atributos</a:t>
            </a:r>
            <a:r>
              <a:rPr lang="pt-BR" dirty="0" smtClean="0"/>
              <a:t>.</a:t>
            </a:r>
          </a:p>
          <a:p>
            <a:pPr lvl="1"/>
            <a:r>
              <a:rPr lang="en-US" sz="2000" b="1" dirty="0" smtClean="0">
                <a:solidFill>
                  <a:srgbClr val="FF0000"/>
                </a:solidFill>
              </a:rPr>
              <a:t>$("button").click(function(){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  $("#w3s").</a:t>
            </a:r>
            <a:r>
              <a:rPr lang="en-US" sz="2000" b="1" dirty="0" err="1" smtClean="0">
                <a:solidFill>
                  <a:srgbClr val="FF0000"/>
                </a:solidFill>
              </a:rPr>
              <a:t>attr</a:t>
            </a:r>
            <a:r>
              <a:rPr lang="en-US" sz="2000" b="1" dirty="0" smtClean="0">
                <a:solidFill>
                  <a:srgbClr val="FF0000"/>
                </a:solidFill>
              </a:rPr>
              <a:t>("</a:t>
            </a:r>
            <a:r>
              <a:rPr lang="en-US" sz="2000" b="1" dirty="0" err="1" smtClean="0">
                <a:solidFill>
                  <a:srgbClr val="FF0000"/>
                </a:solidFill>
              </a:rPr>
              <a:t>href","http</a:t>
            </a:r>
            <a:r>
              <a:rPr lang="en-US" sz="2000" b="1" dirty="0" smtClean="0">
                <a:solidFill>
                  <a:srgbClr val="FF0000"/>
                </a:solidFill>
              </a:rPr>
              <a:t>://www.w3schools.com/</a:t>
            </a:r>
            <a:r>
              <a:rPr lang="en-US" sz="2000" b="1" dirty="0" err="1" smtClean="0">
                <a:solidFill>
                  <a:srgbClr val="FF0000"/>
                </a:solidFill>
              </a:rPr>
              <a:t>jquery</a:t>
            </a:r>
            <a:r>
              <a:rPr lang="en-US" sz="2000" b="1" dirty="0" smtClean="0">
                <a:solidFill>
                  <a:srgbClr val="FF0000"/>
                </a:solidFill>
              </a:rPr>
              <a:t>");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});</a:t>
            </a:r>
            <a:endParaRPr lang="pt-BR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Definindo Atributos - </a:t>
            </a:r>
            <a:r>
              <a:rPr lang="pt-BR" dirty="0" err="1" smtClean="0"/>
              <a:t>attr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método </a:t>
            </a:r>
            <a:r>
              <a:rPr lang="pt-BR" dirty="0" err="1" smtClean="0"/>
              <a:t>attr</a:t>
            </a:r>
            <a:r>
              <a:rPr lang="pt-BR" dirty="0" smtClean="0"/>
              <a:t> () também permite definir vários atributos ao mesmo tempo.</a:t>
            </a:r>
          </a:p>
          <a:p>
            <a:r>
              <a:rPr lang="pt-BR" dirty="0" smtClean="0"/>
              <a:t>O </a:t>
            </a:r>
            <a:r>
              <a:rPr lang="pt-BR" dirty="0" smtClean="0"/>
              <a:t>exemplo a seguir demonstra como definir a </a:t>
            </a:r>
            <a:r>
              <a:rPr lang="pt-BR" dirty="0" err="1" smtClean="0"/>
              <a:t>href</a:t>
            </a:r>
            <a:r>
              <a:rPr lang="pt-BR" dirty="0" smtClean="0"/>
              <a:t> e atributos de título ao mesmo tempo</a:t>
            </a:r>
            <a:r>
              <a:rPr lang="pt-BR" dirty="0" smtClean="0"/>
              <a:t>:</a:t>
            </a:r>
          </a:p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$("#w3s").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: "http://www.w3schools.com/jquery",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: "W3Schools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Tutorial"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0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Callback para </a:t>
            </a:r>
            <a:r>
              <a:rPr lang="pt-BR" dirty="0" err="1" smtClean="0"/>
              <a:t>attr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método </a:t>
            </a:r>
            <a:r>
              <a:rPr lang="pt-BR" dirty="0" err="1" smtClean="0"/>
              <a:t>jQuery</a:t>
            </a:r>
            <a:r>
              <a:rPr lang="pt-BR" dirty="0" smtClean="0"/>
              <a:t> </a:t>
            </a:r>
            <a:r>
              <a:rPr lang="pt-BR" dirty="0" err="1" smtClean="0"/>
              <a:t>attr</a:t>
            </a:r>
            <a:r>
              <a:rPr lang="pt-BR" dirty="0" smtClean="0"/>
              <a:t> (), também vêm com </a:t>
            </a:r>
            <a:r>
              <a:rPr lang="pt-BR" dirty="0" smtClean="0"/>
              <a:t>a </a:t>
            </a:r>
            <a:r>
              <a:rPr lang="pt-BR" dirty="0" smtClean="0"/>
              <a:t>função callback. </a:t>
            </a:r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 smtClean="0"/>
              <a:t>função de callback tem dois parâmetros: o índice do elemento atual na lista de elementos selecionados </a:t>
            </a:r>
            <a:r>
              <a:rPr lang="pt-BR" dirty="0" smtClean="0"/>
              <a:t>e o </a:t>
            </a:r>
            <a:r>
              <a:rPr lang="pt-BR" dirty="0" smtClean="0"/>
              <a:t>valor do atributo original (de idade). Você, então, retornar a string que você deseja usar como o novo valor do atributo da função.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Callback para </a:t>
            </a:r>
            <a:r>
              <a:rPr lang="pt-BR" dirty="0" err="1" smtClean="0"/>
              <a:t>attr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click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(){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$("#w3s").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", 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(i,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origValue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){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   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origValue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+ "/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"; 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 });</a:t>
            </a:r>
            <a:b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});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Elementos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É </a:t>
            </a:r>
            <a:r>
              <a:rPr lang="pt-BR" dirty="0" smtClean="0"/>
              <a:t>fácil adicionar novos elementos </a:t>
            </a:r>
            <a:r>
              <a:rPr lang="pt-BR" dirty="0" smtClean="0"/>
              <a:t>e conteúdos utilizando os métodos:</a:t>
            </a:r>
          </a:p>
          <a:p>
            <a:pPr lvl="1"/>
            <a:r>
              <a:rPr lang="pt-BR" dirty="0" err="1" smtClean="0"/>
              <a:t>append</a:t>
            </a:r>
            <a:r>
              <a:rPr lang="pt-BR" dirty="0" smtClean="0"/>
              <a:t>() </a:t>
            </a:r>
            <a:r>
              <a:rPr lang="pt-BR" dirty="0" smtClean="0"/>
              <a:t>- Insere </a:t>
            </a:r>
            <a:r>
              <a:rPr lang="pt-BR" dirty="0" smtClean="0"/>
              <a:t>conteúdo no final dos elementos </a:t>
            </a:r>
            <a:r>
              <a:rPr lang="pt-BR" dirty="0" err="1" smtClean="0"/>
              <a:t>seleccionados</a:t>
            </a:r>
            <a:r>
              <a:rPr lang="pt-BR" dirty="0" smtClean="0"/>
              <a:t>	</a:t>
            </a:r>
          </a:p>
          <a:p>
            <a:pPr lvl="1"/>
            <a:r>
              <a:rPr lang="pt-BR" dirty="0" err="1" smtClean="0"/>
              <a:t>prepend</a:t>
            </a:r>
            <a:r>
              <a:rPr lang="pt-BR" dirty="0" smtClean="0"/>
              <a:t>() - </a:t>
            </a:r>
            <a:r>
              <a:rPr lang="pt-BR" dirty="0" smtClean="0"/>
              <a:t>Insere conteúdo no </a:t>
            </a:r>
            <a:r>
              <a:rPr lang="pt-BR" dirty="0" smtClean="0"/>
              <a:t>inicio </a:t>
            </a:r>
            <a:r>
              <a:rPr lang="pt-BR" dirty="0" smtClean="0"/>
              <a:t>dos elementos </a:t>
            </a:r>
            <a:r>
              <a:rPr lang="pt-BR" dirty="0" err="1" smtClean="0"/>
              <a:t>seleccionados</a:t>
            </a:r>
            <a:r>
              <a:rPr lang="pt-BR" dirty="0" smtClean="0"/>
              <a:t>	</a:t>
            </a:r>
            <a:endParaRPr lang="pt-BR" dirty="0" smtClean="0"/>
          </a:p>
          <a:p>
            <a:pPr lvl="1"/>
            <a:r>
              <a:rPr lang="pt-BR" dirty="0" err="1" smtClean="0"/>
              <a:t>after</a:t>
            </a:r>
            <a:r>
              <a:rPr lang="pt-BR" dirty="0" smtClean="0"/>
              <a:t>() – Insere conteúdo após os elementos selecionados</a:t>
            </a:r>
            <a:endParaRPr lang="pt-BR" dirty="0" smtClean="0"/>
          </a:p>
          <a:p>
            <a:pPr lvl="1"/>
            <a:r>
              <a:rPr lang="pt-BR" dirty="0" err="1" smtClean="0"/>
              <a:t>before</a:t>
            </a:r>
            <a:r>
              <a:rPr lang="pt-BR" dirty="0" smtClean="0"/>
              <a:t>() </a:t>
            </a:r>
            <a:r>
              <a:rPr lang="pt-BR" dirty="0" smtClean="0"/>
              <a:t>- Insere conteúdo antes </a:t>
            </a:r>
            <a:r>
              <a:rPr lang="pt-BR" dirty="0" smtClean="0"/>
              <a:t>dos </a:t>
            </a:r>
            <a:r>
              <a:rPr lang="pt-BR" dirty="0" smtClean="0"/>
              <a:t>elementos selecionados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</a:t>
            </a:r>
            <a:r>
              <a:rPr lang="pt-BR" dirty="0" smtClean="0"/>
              <a:t>Elementos – </a:t>
            </a:r>
            <a:r>
              <a:rPr lang="pt-BR" dirty="0" err="1" smtClean="0"/>
              <a:t>append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método </a:t>
            </a:r>
            <a:r>
              <a:rPr lang="pt-BR" dirty="0" err="1" smtClean="0"/>
              <a:t>append</a:t>
            </a:r>
            <a:r>
              <a:rPr lang="pt-BR" dirty="0" smtClean="0"/>
              <a:t>() </a:t>
            </a:r>
            <a:r>
              <a:rPr lang="pt-BR" dirty="0" smtClean="0"/>
              <a:t>insere conteúdo no final de elementos HTML selecionados</a:t>
            </a:r>
            <a:r>
              <a:rPr lang="pt-BR" dirty="0" smtClean="0"/>
              <a:t>.</a:t>
            </a:r>
          </a:p>
          <a:p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$("p").append("Some appended text.");</a:t>
            </a:r>
            <a:endParaRPr lang="pt-BR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</a:t>
            </a:r>
            <a:r>
              <a:rPr lang="pt-BR" dirty="0" smtClean="0"/>
              <a:t>Elementos – </a:t>
            </a:r>
            <a:r>
              <a:rPr lang="pt-BR" dirty="0" err="1" smtClean="0"/>
              <a:t>prepend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método </a:t>
            </a:r>
            <a:r>
              <a:rPr lang="pt-BR" dirty="0" smtClean="0"/>
              <a:t>insere o conteúdo no início de elementos HTML selecionados</a:t>
            </a:r>
            <a:r>
              <a:rPr lang="pt-BR" dirty="0" smtClean="0"/>
              <a:t>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$("p").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prepend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("Some </a:t>
            </a:r>
            <a:r>
              <a:rPr lang="en-US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prepended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text.");</a:t>
            </a:r>
            <a:endParaRPr lang="pt-BR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Adicionar vários novos </a:t>
            </a:r>
            <a:r>
              <a:rPr lang="pt-BR" dirty="0" smtClean="0"/>
              <a:t>elementos com </a:t>
            </a:r>
            <a:r>
              <a:rPr lang="pt-BR" dirty="0" err="1" smtClean="0"/>
              <a:t>append</a:t>
            </a:r>
            <a:r>
              <a:rPr lang="pt-BR" dirty="0" smtClean="0"/>
              <a:t> e </a:t>
            </a:r>
            <a:r>
              <a:rPr lang="pt-BR" dirty="0" err="1" smtClean="0"/>
              <a:t>prepend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No exemplo a seguir, criamos vários novos elementos. Os elementos são criados com texto / HTML, </a:t>
            </a:r>
            <a:r>
              <a:rPr lang="pt-BR" dirty="0" err="1" smtClean="0"/>
              <a:t>jQuery</a:t>
            </a:r>
            <a:r>
              <a:rPr lang="pt-BR" dirty="0" smtClean="0"/>
              <a:t> e </a:t>
            </a:r>
            <a:r>
              <a:rPr lang="pt-BR" dirty="0" err="1" smtClean="0"/>
              <a:t>JavaScript</a:t>
            </a:r>
            <a:r>
              <a:rPr lang="pt-BR" dirty="0" smtClean="0"/>
              <a:t> / DOM. Depois, acrescente os novos elementos do texto com o </a:t>
            </a:r>
            <a:r>
              <a:rPr lang="pt-BR" dirty="0" err="1" smtClean="0"/>
              <a:t>append</a:t>
            </a:r>
            <a:r>
              <a:rPr lang="pt-BR" dirty="0" smtClean="0"/>
              <a:t> () método (este teria trabalhado para </a:t>
            </a:r>
            <a:r>
              <a:rPr lang="pt-BR" dirty="0" err="1" smtClean="0"/>
              <a:t>prepend</a:t>
            </a:r>
            <a:r>
              <a:rPr lang="pt-BR" dirty="0" smtClean="0"/>
              <a:t> () também):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Adicionar vários novos elementos com </a:t>
            </a:r>
            <a:r>
              <a:rPr lang="pt-BR" dirty="0" err="1" smtClean="0"/>
              <a:t>append</a:t>
            </a:r>
            <a:r>
              <a:rPr lang="pt-BR" dirty="0" smtClean="0"/>
              <a:t> e </a:t>
            </a:r>
            <a:r>
              <a:rPr lang="pt-BR" dirty="0" err="1" smtClean="0"/>
              <a:t>prepend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appendText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txt1="&lt;p&gt;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.&lt;/p&gt;";               </a:t>
            </a:r>
            <a:endParaRPr lang="pt-BR" sz="1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element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HTML  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txt2=$("&lt;p&gt;&lt;/p&gt;").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.");   </a:t>
            </a:r>
            <a:endParaRPr lang="pt-BR" sz="1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txt3=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document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createElement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("p");  </a:t>
            </a:r>
            <a:endParaRPr lang="pt-BR" sz="1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DOM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txt3.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innerHTML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.";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$("p").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append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(txt1,txt2,txt3);         </a:t>
            </a:r>
            <a:endParaRPr lang="pt-BR" sz="18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Append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the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elements</a:t>
            </a: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 </a:t>
            </a:r>
            <a:b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1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sz="1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Métodos </a:t>
            </a:r>
            <a:r>
              <a:rPr lang="pt-BR" dirty="0" err="1" smtClean="0"/>
              <a:t>after</a:t>
            </a:r>
            <a:r>
              <a:rPr lang="pt-BR" dirty="0" smtClean="0"/>
              <a:t>() e </a:t>
            </a:r>
            <a:r>
              <a:rPr lang="pt-BR" dirty="0" err="1" smtClean="0"/>
              <a:t>before</a:t>
            </a:r>
            <a:r>
              <a:rPr lang="pt-BR" dirty="0" smtClean="0"/>
              <a:t>()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").after("Some text after");</a:t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").before("Some text before");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Adicionar vários novos elementos com </a:t>
            </a:r>
            <a:r>
              <a:rPr lang="pt-BR" dirty="0" err="1" smtClean="0"/>
              <a:t>after</a:t>
            </a:r>
            <a:r>
              <a:rPr lang="pt-BR" dirty="0" smtClean="0"/>
              <a:t> </a:t>
            </a:r>
            <a:r>
              <a:rPr lang="pt-BR" dirty="0" smtClean="0"/>
              <a:t>e </a:t>
            </a:r>
            <a:r>
              <a:rPr lang="pt-BR" dirty="0" err="1" smtClean="0"/>
              <a:t>before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afterText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txt1="&lt;b&gt;I &lt;/b&gt;";                    </a:t>
            </a:r>
            <a:endParaRPr lang="pt-BR" sz="20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element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HTML  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txt2=$("&lt;i&gt;&lt;/i&gt;").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love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");     </a:t>
            </a:r>
            <a:endParaRPr lang="pt-BR" sz="20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var txt3=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document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createElement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("big");  </a:t>
            </a:r>
            <a:endParaRPr lang="pt-BR" sz="20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DOM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txt3.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innerHTML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jQuery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!";</a:t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$("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").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after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(txt1,txt2,txt3);          </a:t>
            </a:r>
            <a:endParaRPr lang="pt-BR" sz="20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Insert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elements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after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pt-BR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sz="20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Removendo Elementos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Podemos remover elementos do HTML utilizando os seguintes métodos:</a:t>
            </a:r>
          </a:p>
          <a:p>
            <a:pPr lvl="1"/>
            <a:r>
              <a:rPr lang="en-US" dirty="0" smtClean="0"/>
              <a:t>remove() </a:t>
            </a:r>
            <a:r>
              <a:rPr lang="en-US" dirty="0" smtClean="0"/>
              <a:t>– remove o </a:t>
            </a:r>
            <a:r>
              <a:rPr lang="en-US" dirty="0" err="1" smtClean="0"/>
              <a:t>elemento</a:t>
            </a:r>
            <a:r>
              <a:rPr lang="en-US" dirty="0" smtClean="0"/>
              <a:t> </a:t>
            </a:r>
            <a:r>
              <a:rPr lang="en-US" dirty="0" err="1" smtClean="0"/>
              <a:t>selecionado</a:t>
            </a:r>
            <a:r>
              <a:rPr lang="en-US" dirty="0" smtClean="0"/>
              <a:t>(e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filhos</a:t>
            </a:r>
            <a:r>
              <a:rPr lang="en-US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empty() - Removes the child elements from the selected element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61</TotalTime>
  <Words>698</Words>
  <Application>Microsoft Office PowerPoint</Application>
  <PresentationFormat>Apresentação na tela (4:3)</PresentationFormat>
  <Paragraphs>78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Mediano</vt:lpstr>
      <vt:lpstr>Jquery – Parte 3</vt:lpstr>
      <vt:lpstr>Obter conteúdo e atributos do HTML</vt:lpstr>
      <vt:lpstr>Obter conteúdo – text, html e val</vt:lpstr>
      <vt:lpstr>Obter conteúdo – text, html e val</vt:lpstr>
      <vt:lpstr>Obter conteúdo – text, html e val</vt:lpstr>
      <vt:lpstr>Atributos – attr</vt:lpstr>
      <vt:lpstr>Definir conteúdo e atributos</vt:lpstr>
      <vt:lpstr>Definir conteúdo e atributos</vt:lpstr>
      <vt:lpstr>Função Callback para text(), html() e val()</vt:lpstr>
      <vt:lpstr>Função Callback para text(), html() e val()</vt:lpstr>
      <vt:lpstr>Definindo Atributos - attr</vt:lpstr>
      <vt:lpstr>Definindo Atributos - attr</vt:lpstr>
      <vt:lpstr>Função Callback para attr</vt:lpstr>
      <vt:lpstr>Função Callback para attr</vt:lpstr>
      <vt:lpstr>Adicionando Elementos</vt:lpstr>
      <vt:lpstr>Adicionando Elementos – append()</vt:lpstr>
      <vt:lpstr>Adicionando Elementos – prepend()</vt:lpstr>
      <vt:lpstr>Adicionar vários novos elementos com append e prepend</vt:lpstr>
      <vt:lpstr>Adicionar vários novos elementos com append e prepend</vt:lpstr>
      <vt:lpstr>Métodos after() e before()</vt:lpstr>
      <vt:lpstr>Adicionar vários novos elementos com after e before</vt:lpstr>
      <vt:lpstr>Removendo Elementos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– Parte 3</dc:title>
  <dc:creator>aluno</dc:creator>
  <cp:lastModifiedBy>aluno</cp:lastModifiedBy>
  <cp:revision>17</cp:revision>
  <dcterms:created xsi:type="dcterms:W3CDTF">2013-05-03T00:11:16Z</dcterms:created>
  <dcterms:modified xsi:type="dcterms:W3CDTF">2013-05-03T01:12:41Z</dcterms:modified>
</cp:coreProperties>
</file>