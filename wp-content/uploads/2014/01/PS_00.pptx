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57" r:id="rId4"/>
    <p:sldId id="258" r:id="rId5"/>
    <p:sldId id="265" r:id="rId6"/>
    <p:sldId id="260" r:id="rId7"/>
    <p:sldId id="266" r:id="rId8"/>
    <p:sldId id="261" r:id="rId9"/>
    <p:sldId id="259" r:id="rId10"/>
    <p:sldId id="264" r:id="rId11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83" autoAdjust="0"/>
    <p:restoredTop sz="94660"/>
  </p:normalViewPr>
  <p:slideViewPr>
    <p:cSldViewPr>
      <p:cViewPr varScale="1">
        <p:scale>
          <a:sx n="38" d="100"/>
          <a:sy n="38" d="100"/>
        </p:scale>
        <p:origin x="-1362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B1CF7A0D-7FF4-4F46-B081-A32AF4B8B65C}" type="datetimeFigureOut">
              <a:rPr lang="pt-BR" smtClean="0"/>
              <a:pPr/>
              <a:t>01/08/2013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01/08/2013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01/08/2013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1CF7A0D-7FF4-4F46-B081-A32AF4B8B65C}" type="datetimeFigureOut">
              <a:rPr lang="pt-BR" smtClean="0"/>
              <a:pPr/>
              <a:t>01/08/2013</a:t>
            </a:fld>
            <a:endParaRPr lang="pt-BR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1CF7A0D-7FF4-4F46-B081-A32AF4B8B65C}" type="datetimeFigureOut">
              <a:rPr lang="pt-BR" smtClean="0"/>
              <a:pPr/>
              <a:t>01/08/2013</a:t>
            </a:fld>
            <a:endParaRPr lang="pt-BR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01/08/2013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01/08/2013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01/08/2013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B1CF7A0D-7FF4-4F46-B081-A32AF4B8B65C}" type="datetimeFigureOut">
              <a:rPr lang="pt-BR" smtClean="0"/>
              <a:pPr/>
              <a:t>01/08/2013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01/08/2013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B1CF7A0D-7FF4-4F46-B081-A32AF4B8B65C}" type="datetimeFigureOut">
              <a:rPr lang="pt-BR" smtClean="0"/>
              <a:pPr/>
              <a:t>01/08/2013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1CF7A0D-7FF4-4F46-B081-A32AF4B8B65C}" type="datetimeFigureOut">
              <a:rPr lang="pt-BR" smtClean="0"/>
              <a:pPr/>
              <a:t>01/08/2013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mailto:norton.glaser@fatec.sp.gov.br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Programação de SCRIPTS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Apresentação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Prof. Norton Glaser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Professor universitário desde 2005</a:t>
            </a:r>
          </a:p>
          <a:p>
            <a:r>
              <a:rPr lang="pt-BR" dirty="0" smtClean="0"/>
              <a:t>Ministra aulas na Fatec Ipiranga e Fatec ZS a um ano</a:t>
            </a:r>
          </a:p>
          <a:p>
            <a:r>
              <a:rPr lang="pt-BR" dirty="0" smtClean="0"/>
              <a:t>Especialidade em programação, integração e web</a:t>
            </a:r>
          </a:p>
          <a:p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Horários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Aula expositiva</a:t>
            </a:r>
          </a:p>
          <a:p>
            <a:pPr lvl="1"/>
            <a:r>
              <a:rPr lang="pt-BR" dirty="0" smtClean="0"/>
              <a:t>19:00</a:t>
            </a:r>
            <a:r>
              <a:rPr lang="pt-BR" dirty="0" err="1" smtClean="0"/>
              <a:t>hs</a:t>
            </a:r>
            <a:r>
              <a:rPr lang="pt-BR" dirty="0" smtClean="0"/>
              <a:t> as 20:40</a:t>
            </a:r>
            <a:r>
              <a:rPr lang="pt-BR" dirty="0" err="1" smtClean="0"/>
              <a:t>hs</a:t>
            </a:r>
            <a:r>
              <a:rPr lang="pt-BR" dirty="0" smtClean="0"/>
              <a:t> – Chamada as 20:00</a:t>
            </a:r>
            <a:r>
              <a:rPr lang="pt-BR" dirty="0" err="1" smtClean="0"/>
              <a:t>hs</a:t>
            </a:r>
            <a:endParaRPr lang="pt-BR" dirty="0" smtClean="0"/>
          </a:p>
          <a:p>
            <a:r>
              <a:rPr lang="pt-BR" dirty="0" smtClean="0"/>
              <a:t>Aula de atividade pratica</a:t>
            </a:r>
          </a:p>
          <a:p>
            <a:pPr lvl="1"/>
            <a:r>
              <a:rPr lang="pt-BR" dirty="0" smtClean="0"/>
              <a:t>21:00</a:t>
            </a:r>
            <a:r>
              <a:rPr lang="pt-BR" dirty="0" err="1" smtClean="0"/>
              <a:t>hs</a:t>
            </a:r>
            <a:r>
              <a:rPr lang="pt-BR" dirty="0" smtClean="0"/>
              <a:t> as 22:40</a:t>
            </a:r>
            <a:r>
              <a:rPr lang="pt-BR" dirty="0" err="1" smtClean="0"/>
              <a:t>hs</a:t>
            </a:r>
            <a:r>
              <a:rPr lang="pt-BR" dirty="0" smtClean="0"/>
              <a:t> – Chamada as 22:00</a:t>
            </a:r>
            <a:r>
              <a:rPr lang="pt-BR" dirty="0" err="1" smtClean="0"/>
              <a:t>hs</a:t>
            </a:r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Avaliação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P1 </a:t>
            </a:r>
          </a:p>
          <a:p>
            <a:pPr lvl="1"/>
            <a:r>
              <a:rPr lang="pt-BR" dirty="0" smtClean="0"/>
              <a:t> 80 % Prova Escrita</a:t>
            </a:r>
          </a:p>
          <a:p>
            <a:pPr lvl="1"/>
            <a:r>
              <a:rPr lang="pt-BR" dirty="0" smtClean="0"/>
              <a:t> 20 % Atividades realizadas em sala de aula</a:t>
            </a:r>
          </a:p>
          <a:p>
            <a:r>
              <a:rPr lang="pt-BR" dirty="0" smtClean="0"/>
              <a:t>P2 </a:t>
            </a:r>
          </a:p>
          <a:p>
            <a:pPr lvl="1"/>
            <a:r>
              <a:rPr lang="pt-BR" dirty="0" smtClean="0"/>
              <a:t> 80 % Prova Escrita</a:t>
            </a:r>
          </a:p>
          <a:p>
            <a:pPr lvl="1"/>
            <a:r>
              <a:rPr lang="pt-BR" dirty="0" smtClean="0"/>
              <a:t> 20 % Atividades realizadas em sala de aula</a:t>
            </a:r>
          </a:p>
          <a:p>
            <a:r>
              <a:rPr lang="pt-BR" dirty="0" smtClean="0"/>
              <a:t>P3</a:t>
            </a:r>
          </a:p>
          <a:p>
            <a:pPr lvl="1"/>
            <a:r>
              <a:rPr lang="pt-BR" dirty="0" smtClean="0"/>
              <a:t>100% Prova Escrita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Material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pt-BR" sz="7200" dirty="0" smtClean="0"/>
              <a:t>www.norton.net.br</a:t>
            </a:r>
          </a:p>
          <a:p>
            <a:r>
              <a:rPr lang="pt-BR" sz="3600" dirty="0" smtClean="0"/>
              <a:t>Material</a:t>
            </a:r>
          </a:p>
          <a:p>
            <a:r>
              <a:rPr lang="pt-BR" sz="3600" dirty="0" smtClean="0"/>
              <a:t>Comunicados</a:t>
            </a:r>
          </a:p>
          <a:p>
            <a:r>
              <a:rPr lang="pt-BR" sz="3600" dirty="0" smtClean="0"/>
              <a:t>Atividades</a:t>
            </a:r>
          </a:p>
          <a:p>
            <a:r>
              <a:rPr lang="pt-BR" sz="3600" dirty="0" smtClean="0"/>
              <a:t>Notas</a:t>
            </a:r>
          </a:p>
          <a:p>
            <a:r>
              <a:rPr lang="pt-BR" sz="3600" dirty="0" smtClean="0"/>
              <a:t>Duvidas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Objetivos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Entender e aplicar conceitos de desenvolvimento de scripts em sistemas para internet bem como </a:t>
            </a:r>
            <a:r>
              <a:rPr lang="pt-BR" dirty="0" smtClean="0"/>
              <a:t>os</a:t>
            </a:r>
            <a:r>
              <a:rPr lang="en-US" dirty="0" smtClean="0"/>
              <a:t> </a:t>
            </a:r>
            <a:r>
              <a:rPr lang="pt-BR" dirty="0" smtClean="0"/>
              <a:t>padrões</a:t>
            </a:r>
            <a:r>
              <a:rPr lang="pt-BR" dirty="0" smtClean="0"/>
              <a:t>, técnicas e ferramentas </a:t>
            </a:r>
            <a:r>
              <a:rPr lang="pt-BR" dirty="0" smtClean="0"/>
              <a:t>associados.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Competências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PT" dirty="0" smtClean="0"/>
              <a:t>Ao final da disciplina o aluno entenderá as potencialidades das linguagens de script e suas aplicações; estando apto a construir programas utilizando linguagens de script; dominando os conceitos das linguagens de programação de scripts para as suas diversas aplicações.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Bibliografia Básica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FREEMAN, Eric; FREEMAN, Elisabeth. Use A </a:t>
            </a:r>
            <a:r>
              <a:rPr lang="en-US" dirty="0" err="1" smtClean="0"/>
              <a:t>Cabeça</a:t>
            </a:r>
            <a:r>
              <a:rPr lang="en-US" dirty="0" smtClean="0"/>
              <a:t>! </a:t>
            </a:r>
            <a:r>
              <a:rPr lang="pt-BR" dirty="0" smtClean="0"/>
              <a:t>HTML com CSS e XHTML. Alta Books, 2008</a:t>
            </a:r>
            <a:r>
              <a:rPr lang="pt-BR" dirty="0" smtClean="0"/>
              <a:t>.</a:t>
            </a:r>
            <a:endParaRPr lang="en-US" dirty="0" smtClean="0"/>
          </a:p>
          <a:p>
            <a:r>
              <a:rPr lang="pt-BR" dirty="0" smtClean="0"/>
              <a:t>MICHAEL, Morrison. Use a cabeça! </a:t>
            </a:r>
            <a:r>
              <a:rPr lang="pt-BR" dirty="0" err="1" smtClean="0"/>
              <a:t>Javascript</a:t>
            </a:r>
            <a:r>
              <a:rPr lang="pt-BR" dirty="0" smtClean="0"/>
              <a:t>. São Paulo: Alta Books, 2008</a:t>
            </a:r>
            <a:r>
              <a:rPr lang="pt-BR" dirty="0" smtClean="0"/>
              <a:t>.</a:t>
            </a:r>
            <a:endParaRPr lang="en-US" dirty="0" smtClean="0"/>
          </a:p>
          <a:p>
            <a:r>
              <a:rPr lang="pt-BR" cap="small" dirty="0" smtClean="0"/>
              <a:t>WATRALL, E; SIARTO, J. Use A Cabeça! Web Design. Alta Books, 2009.</a:t>
            </a:r>
            <a:endParaRPr lang="en-US" b="1" cap="small" dirty="0" smtClean="0"/>
          </a:p>
          <a:p>
            <a:pPr>
              <a:buNone/>
            </a:pP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Contato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>
                <a:hlinkClick r:id="rId2"/>
              </a:rPr>
              <a:t>norton.glaser@fatec.sp.gov.br</a:t>
            </a:r>
            <a:endParaRPr lang="pt-BR" dirty="0" smtClean="0"/>
          </a:p>
          <a:p>
            <a:pPr lvl="1"/>
            <a:r>
              <a:rPr lang="pt-BR" dirty="0" smtClean="0"/>
              <a:t>Duvidas</a:t>
            </a:r>
          </a:p>
          <a:p>
            <a:pPr lvl="1"/>
            <a:r>
              <a:rPr lang="pt-BR" dirty="0" smtClean="0"/>
              <a:t>Sugestões</a:t>
            </a:r>
          </a:p>
          <a:p>
            <a:pPr lvl="1"/>
            <a:r>
              <a:rPr lang="pt-BR" dirty="0" smtClean="0"/>
              <a:t>Criticas</a:t>
            </a:r>
          </a:p>
          <a:p>
            <a:pPr lvl="1"/>
            <a:r>
              <a:rPr lang="pt-BR" dirty="0" smtClean="0"/>
              <a:t>Envio de atividades e trabalhos</a:t>
            </a:r>
          </a:p>
          <a:p>
            <a:pPr lvl="1"/>
            <a:r>
              <a:rPr lang="pt-BR" dirty="0" smtClean="0"/>
              <a:t>Aviso prévio de ausência</a:t>
            </a:r>
          </a:p>
          <a:p>
            <a:pPr lvl="1"/>
            <a:r>
              <a:rPr lang="pt-BR" dirty="0" smtClean="0"/>
              <a:t>TCC</a:t>
            </a:r>
          </a:p>
          <a:p>
            <a:pPr>
              <a:buNone/>
            </a:pPr>
            <a:endParaRPr lang="pt-BR" dirty="0" smtClean="0"/>
          </a:p>
          <a:p>
            <a:pPr lvl="1">
              <a:buNone/>
            </a:pP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Contato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Dias na faculdade</a:t>
            </a:r>
          </a:p>
          <a:p>
            <a:pPr lvl="1"/>
            <a:r>
              <a:rPr lang="pt-BR" dirty="0" smtClean="0"/>
              <a:t>Segunda das 19:00 as 22:40</a:t>
            </a:r>
          </a:p>
          <a:p>
            <a:pPr lvl="1"/>
            <a:r>
              <a:rPr lang="pt-BR" dirty="0" smtClean="0"/>
              <a:t>Quinta das 19:00 as 22:40</a:t>
            </a:r>
          </a:p>
          <a:p>
            <a:pPr lvl="1"/>
            <a:r>
              <a:rPr lang="pt-BR" dirty="0" smtClean="0"/>
              <a:t>Sábado das 08:00 as 11:40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Aspecto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74</TotalTime>
  <Words>257</Words>
  <Application>Microsoft Office PowerPoint</Application>
  <PresentationFormat>Apresentação na tela (4:3)</PresentationFormat>
  <Paragraphs>48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1" baseType="lpstr">
      <vt:lpstr>Mediano</vt:lpstr>
      <vt:lpstr>Programação de SCRIPTS</vt:lpstr>
      <vt:lpstr>Prof. Norton Glaser</vt:lpstr>
      <vt:lpstr>Horários</vt:lpstr>
      <vt:lpstr>Avaliação</vt:lpstr>
      <vt:lpstr>Material</vt:lpstr>
      <vt:lpstr>Objetivos</vt:lpstr>
      <vt:lpstr>Competências</vt:lpstr>
      <vt:lpstr>Bibliografia Básica</vt:lpstr>
      <vt:lpstr>Contato</vt:lpstr>
      <vt:lpstr>Contato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Programação de Dispositivos Moveis</dc:title>
  <dc:creator>nglaser</dc:creator>
  <cp:lastModifiedBy>Norton Barros Glaser</cp:lastModifiedBy>
  <cp:revision>13</cp:revision>
  <dcterms:created xsi:type="dcterms:W3CDTF">2013-02-08T17:26:03Z</dcterms:created>
  <dcterms:modified xsi:type="dcterms:W3CDTF">2013-08-01T18:11:34Z</dcterms:modified>
</cp:coreProperties>
</file>