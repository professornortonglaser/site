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0" r:id="rId6"/>
    <p:sldId id="262" r:id="rId7"/>
    <p:sldId id="261" r:id="rId8"/>
    <p:sldId id="265" r:id="rId9"/>
    <p:sldId id="259" r:id="rId10"/>
    <p:sldId id="270" r:id="rId11"/>
    <p:sldId id="264" r:id="rId12"/>
    <p:sldId id="266" r:id="rId13"/>
    <p:sldId id="267" r:id="rId14"/>
    <p:sldId id="271" r:id="rId15"/>
    <p:sldId id="268" r:id="rId16"/>
    <p:sldId id="269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3" autoAdjust="0"/>
    <p:restoredTop sz="94660"/>
  </p:normalViewPr>
  <p:slideViewPr>
    <p:cSldViewPr>
      <p:cViewPr varScale="1">
        <p:scale>
          <a:sx n="69" d="100"/>
          <a:sy n="69" d="100"/>
        </p:scale>
        <p:origin x="-49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09/02/2013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HTML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Hyper</a:t>
            </a:r>
            <a:r>
              <a:rPr lang="pt-BR" dirty="0" smtClean="0"/>
              <a:t> </a:t>
            </a:r>
            <a:r>
              <a:rPr lang="pt-BR" dirty="0" err="1" smtClean="0"/>
              <a:t>Text</a:t>
            </a:r>
            <a:r>
              <a:rPr lang="pt-BR" dirty="0" smtClean="0"/>
              <a:t> Markup </a:t>
            </a:r>
            <a:r>
              <a:rPr lang="pt-BR" dirty="0" err="1" smtClean="0"/>
              <a:t>Language</a:t>
            </a:r>
            <a:r>
              <a:rPr lang="pt-BR" dirty="0" smtClean="0"/>
              <a:t> (Linguagem de formatação de </a:t>
            </a:r>
            <a:r>
              <a:rPr lang="pt-BR" dirty="0" err="1" smtClean="0"/>
              <a:t>Hiper-Texto</a:t>
            </a:r>
            <a:r>
              <a:rPr lang="pt-BR" dirty="0" smtClean="0"/>
              <a:t>)</a:t>
            </a:r>
          </a:p>
          <a:p>
            <a:r>
              <a:rPr lang="pt-BR" dirty="0" smtClean="0"/>
              <a:t>Linguagem de formatação para disseminação de conteúdo.</a:t>
            </a:r>
          </a:p>
          <a:p>
            <a:r>
              <a:rPr lang="pt-BR" dirty="0" smtClean="0"/>
              <a:t>Padrão nos navegadores utiliza o protocolo HTTP  do TCP/IP.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Não e uma linguagem de programação, por este motivo não tem regras de sintaxe.</a:t>
            </a:r>
          </a:p>
          <a:p>
            <a:r>
              <a:rPr lang="pt-BR" dirty="0" smtClean="0"/>
              <a:t>Ela é interpretada pelo navegador em tempo de execução</a:t>
            </a:r>
          </a:p>
          <a:p>
            <a:r>
              <a:rPr lang="pt-BR" dirty="0" smtClean="0"/>
              <a:t>Utiliza a tecnologia CSS para auxiliar a formatação padronizada entre página.</a:t>
            </a:r>
          </a:p>
          <a:p>
            <a:r>
              <a:rPr lang="pt-BR" dirty="0" smtClean="0"/>
              <a:t>Utiliza o </a:t>
            </a:r>
            <a:r>
              <a:rPr lang="pt-BR" dirty="0" err="1" smtClean="0"/>
              <a:t>javascript</a:t>
            </a:r>
            <a:r>
              <a:rPr lang="pt-BR" dirty="0" smtClean="0"/>
              <a:t> para auxiliar na validação de formulários e melhor a navegabilidade.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TAGS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dirty="0" err="1" smtClean="0"/>
              <a:t>html</a:t>
            </a:r>
            <a:r>
              <a:rPr lang="pt-BR" dirty="0" smtClean="0"/>
              <a:t> é composto por </a:t>
            </a:r>
            <a:r>
              <a:rPr lang="pt-BR" dirty="0" err="1" smtClean="0"/>
              <a:t>tags</a:t>
            </a:r>
            <a:r>
              <a:rPr lang="pt-BR" dirty="0" smtClean="0"/>
              <a:t> </a:t>
            </a:r>
            <a:r>
              <a:rPr lang="pt-BR" dirty="0" smtClean="0"/>
              <a:t>(etiquetas)</a:t>
            </a:r>
            <a:r>
              <a:rPr lang="pt-BR" dirty="0" smtClean="0"/>
              <a:t> que identificam ao navegador como formatar um determinado conteúdo</a:t>
            </a:r>
            <a:r>
              <a:rPr lang="pt-BR" dirty="0" smtClean="0"/>
              <a:t>, podemos</a:t>
            </a:r>
            <a:r>
              <a:rPr lang="pt-BR" dirty="0" smtClean="0"/>
              <a:t> dividir em 3 categorias: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Estrutura – São responsáveis por delimitar seções e espaços dentro da página.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formatação – fornecem a formatação direta de cor, fonte e estilo de conteúdo.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Objeto – coletam dados de um formulário, e permitem integração com o </a:t>
            </a:r>
            <a:r>
              <a:rPr lang="pt-BR" dirty="0" err="1" smtClean="0"/>
              <a:t>javascript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ln>
            <a:solidFill>
              <a:srgbClr val="FFC000"/>
            </a:solidFill>
          </a:ln>
        </p:spPr>
        <p:txBody>
          <a:bodyPr>
            <a:normAutofit/>
          </a:bodyPr>
          <a:lstStyle/>
          <a:p>
            <a:r>
              <a:rPr lang="pt-BR" dirty="0" smtClean="0"/>
              <a:t>&lt;HTML&gt; &lt;/HTML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Identificam o inicio e o fim de um página.</a:t>
            </a:r>
            <a:endParaRPr lang="pt-BR" dirty="0" smtClean="0"/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&lt;HEAD&gt; &lt;/HEAD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Área para publicação de informações sobre a página que auxiliam a indexação por buscadores.</a:t>
            </a:r>
            <a:endParaRPr lang="pt-BR" dirty="0" smtClean="0"/>
          </a:p>
          <a:p>
            <a:r>
              <a:rPr lang="pt-BR" dirty="0" smtClean="0"/>
              <a:t>&lt;TITLE&gt;&lt;/TITLE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Define o titulo da página que aparece no topo dos navegadores.</a:t>
            </a:r>
            <a:endParaRPr lang="pt-BR" dirty="0" smtClean="0"/>
          </a:p>
          <a:p>
            <a:r>
              <a:rPr lang="pt-BR" dirty="0" smtClean="0"/>
              <a:t>Exemplo</a:t>
            </a:r>
            <a:r>
              <a:rPr lang="pt-BR" dirty="0" smtClean="0"/>
              <a:t>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&lt;META NAME</a:t>
            </a:r>
            <a:r>
              <a:rPr lang="pt-BR" dirty="0" smtClean="0"/>
              <a:t>....</a:t>
            </a:r>
          </a:p>
          <a:p>
            <a:pPr lvl="1"/>
            <a:r>
              <a:rPr lang="pt-BR" dirty="0" smtClean="0"/>
              <a:t>publicação </a:t>
            </a:r>
            <a:r>
              <a:rPr lang="pt-BR" dirty="0" smtClean="0"/>
              <a:t>de informações sobre a página que auxiliam a indexação por buscadores.</a:t>
            </a:r>
          </a:p>
          <a:p>
            <a:r>
              <a:rPr lang="pt-BR" dirty="0" smtClean="0"/>
              <a:t>Exemplo</a:t>
            </a:r>
            <a:r>
              <a:rPr lang="pt-BR" dirty="0" smtClean="0"/>
              <a:t>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Description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=“pagina sobre”&gt;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keywords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web”&gt;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author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=“Norton”&gt;</a:t>
            </a:r>
            <a:endParaRPr lang="pt-BR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&lt;BODY&gt;&lt;/BODY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Define </a:t>
            </a:r>
            <a:r>
              <a:rPr lang="pt-BR" dirty="0" smtClean="0"/>
              <a:t>o </a:t>
            </a:r>
            <a:r>
              <a:rPr lang="pt-BR" dirty="0" smtClean="0"/>
              <a:t>inicio e fim do corpo de uma página</a:t>
            </a:r>
            <a:endParaRPr lang="pt-BR" dirty="0" smtClean="0"/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&lt;</a:t>
            </a:r>
            <a:r>
              <a:rPr lang="pt-BR" dirty="0" smtClean="0"/>
              <a:t>P&gt;&lt;/P&gt;</a:t>
            </a:r>
          </a:p>
          <a:p>
            <a:pPr lvl="1"/>
            <a:r>
              <a:rPr lang="pt-BR" dirty="0" smtClean="0"/>
              <a:t>Define um </a:t>
            </a:r>
            <a:r>
              <a:rPr lang="pt-BR" dirty="0" err="1" smtClean="0"/>
              <a:t>paragrafo</a:t>
            </a:r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endParaRPr lang="pt-BR" sz="20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lvl="4">
              <a:buNone/>
            </a:pP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br</a:t>
            </a:r>
            <a:r>
              <a:rPr lang="pt-BR" dirty="0" smtClean="0"/>
              <a:t>&gt;</a:t>
            </a:r>
            <a:endParaRPr lang="pt-BR" dirty="0" smtClean="0"/>
          </a:p>
          <a:p>
            <a:pPr lvl="1"/>
            <a:r>
              <a:rPr lang="pt-BR" dirty="0" smtClean="0"/>
              <a:t>Quebra de linha</a:t>
            </a:r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&lt;h1&gt;&lt;/h1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Definição de títulos</a:t>
            </a:r>
          </a:p>
          <a:p>
            <a:pPr lvl="1"/>
            <a:r>
              <a:rPr lang="pt-BR" dirty="0" smtClean="0"/>
              <a:t>Podem ir de  1 ate 8</a:t>
            </a:r>
            <a:endParaRPr lang="pt-BR" dirty="0" smtClean="0"/>
          </a:p>
          <a:p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&lt;h1&gt;Titulo Tipo 1 &lt;/h1&gt;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&lt;div&gt;&lt;/div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Definem uma área isolada de formatação na página</a:t>
            </a:r>
          </a:p>
          <a:p>
            <a:pPr lvl="1"/>
            <a:r>
              <a:rPr lang="pt-BR" dirty="0" smtClean="0"/>
              <a:t>Exemplo</a:t>
            </a:r>
            <a:r>
              <a:rPr lang="pt-BR" dirty="0" smtClean="0"/>
              <a:t>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&lt;DIV&gt; Menu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&lt;/DIV&gt;</a:t>
            </a:r>
            <a:endParaRPr lang="pt-BR" sz="20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/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</a:t>
            </a:r>
            <a:r>
              <a:rPr lang="pt-BR" dirty="0" err="1" smtClean="0"/>
              <a:t>table</a:t>
            </a:r>
            <a:r>
              <a:rPr lang="pt-BR" dirty="0" smtClean="0"/>
              <a:t>&gt;&lt;/</a:t>
            </a:r>
            <a:r>
              <a:rPr lang="pt-BR" dirty="0" err="1" smtClean="0"/>
              <a:t>table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Tag</a:t>
            </a:r>
            <a:r>
              <a:rPr lang="pt-BR" dirty="0" smtClean="0"/>
              <a:t> para criação de tabelas </a:t>
            </a:r>
            <a:endParaRPr lang="pt-BR" dirty="0" smtClean="0"/>
          </a:p>
          <a:p>
            <a:r>
              <a:rPr lang="pt-BR" dirty="0" smtClean="0"/>
              <a:t>&lt;</a:t>
            </a:r>
            <a:r>
              <a:rPr lang="pt-BR" dirty="0" err="1" smtClean="0"/>
              <a:t>tr</a:t>
            </a:r>
            <a:r>
              <a:rPr lang="pt-BR" dirty="0" smtClean="0"/>
              <a:t>&gt;&lt;/</a:t>
            </a:r>
            <a:r>
              <a:rPr lang="pt-BR" dirty="0" err="1" smtClean="0"/>
              <a:t>tr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Table</a:t>
            </a:r>
            <a:r>
              <a:rPr lang="pt-BR" dirty="0" smtClean="0"/>
              <a:t> </a:t>
            </a:r>
            <a:r>
              <a:rPr lang="pt-BR" dirty="0" err="1" smtClean="0"/>
              <a:t>Row</a:t>
            </a:r>
            <a:r>
              <a:rPr lang="pt-BR" dirty="0" smtClean="0"/>
              <a:t> - Linha de tabla</a:t>
            </a:r>
            <a:endParaRPr lang="pt-BR" dirty="0" smtClean="0"/>
          </a:p>
          <a:p>
            <a:r>
              <a:rPr lang="pt-BR" dirty="0" smtClean="0"/>
              <a:t>&lt;</a:t>
            </a:r>
            <a:r>
              <a:rPr lang="pt-BR" dirty="0" err="1" smtClean="0"/>
              <a:t>td</a:t>
            </a:r>
            <a:r>
              <a:rPr lang="pt-BR" dirty="0" smtClean="0"/>
              <a:t>&gt;&lt;/</a:t>
            </a:r>
            <a:r>
              <a:rPr lang="pt-BR" dirty="0" err="1" smtClean="0"/>
              <a:t>td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Table</a:t>
            </a:r>
            <a:r>
              <a:rPr lang="pt-BR" dirty="0" smtClean="0"/>
              <a:t> </a:t>
            </a:r>
            <a:r>
              <a:rPr lang="pt-BR" dirty="0" err="1" smtClean="0"/>
              <a:t>Detail</a:t>
            </a:r>
            <a:r>
              <a:rPr lang="pt-BR" dirty="0" smtClean="0"/>
              <a:t> – coluna de tabela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border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=1&gt;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Azul 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Verde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Amarelo 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Comentários</a:t>
            </a:r>
          </a:p>
          <a:p>
            <a:pPr lvl="1"/>
            <a:r>
              <a:rPr lang="pt-BR" dirty="0" smtClean="0"/>
              <a:t>Para colocar um comentário na página que não será exibido pelo navegado</a:t>
            </a:r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&lt;!– - Pagina principal - -&gt;</a:t>
            </a:r>
            <a:endParaRPr lang="pt-BR" sz="2000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pt-BR" smtClean="0"/>
              <a:t>Atividade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Crie uma página livre em </a:t>
            </a:r>
            <a:r>
              <a:rPr lang="pt-BR" dirty="0" err="1" smtClean="0"/>
              <a:t>htm</a:t>
            </a:r>
            <a:r>
              <a:rPr lang="pt-BR" dirty="0" smtClean="0"/>
              <a:t> com as </a:t>
            </a:r>
            <a:r>
              <a:rPr lang="pt-BR" dirty="0" err="1" smtClean="0"/>
              <a:t>tags</a:t>
            </a:r>
            <a:r>
              <a:rPr lang="pt-BR" dirty="0" smtClean="0"/>
              <a:t> de estrutura apresentadas.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113</TotalTime>
  <Words>775</Words>
  <Application>Microsoft Office PowerPoint</Application>
  <PresentationFormat>Apresentação na tela (4:3)</PresentationFormat>
  <Paragraphs>166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Mediano</vt:lpstr>
      <vt:lpstr>Programação WEB</vt:lpstr>
      <vt:lpstr>O que é </vt:lpstr>
      <vt:lpstr>Características</vt:lpstr>
      <vt:lpstr>TAGS</vt:lpstr>
      <vt:lpstr>Tags de Estrutura</vt:lpstr>
      <vt:lpstr>Tags de Estrutura</vt:lpstr>
      <vt:lpstr>Tags de Estrutura</vt:lpstr>
      <vt:lpstr>Tags de Estrutura</vt:lpstr>
      <vt:lpstr>Tag de Estrutura</vt:lpstr>
      <vt:lpstr>Tag de Estrutura</vt:lpstr>
      <vt:lpstr>Tags de Estrutura</vt:lpstr>
      <vt:lpstr>Tags de Estrutura</vt:lpstr>
      <vt:lpstr>Tags de Estrutura</vt:lpstr>
      <vt:lpstr>Tag de Estrutura</vt:lpstr>
      <vt:lpstr>Tags de Estrutura</vt:lpstr>
      <vt:lpstr>Atividade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nglaser</cp:lastModifiedBy>
  <cp:revision>31</cp:revision>
  <dcterms:created xsi:type="dcterms:W3CDTF">2013-02-08T17:26:03Z</dcterms:created>
  <dcterms:modified xsi:type="dcterms:W3CDTF">2013-02-09T12:57:36Z</dcterms:modified>
</cp:coreProperties>
</file>