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teIpiranga/gerenciadorTrabalhosAcademicos.git" TargetMode="External"/><Relationship Id="rId2" Type="http://schemas.openxmlformats.org/officeDocument/2006/relationships/hyperlink" Target="https://github.com/fateIpiranga/portalFatecIpiranga.gi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ithub.com/fateIpiranga/gerenciadorEventos.git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DDED0-4167-4989-B23F-BFEF38E11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GIT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9F9387-E52B-4F6C-8676-052276BA31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Como usar</a:t>
            </a:r>
          </a:p>
        </p:txBody>
      </p:sp>
    </p:spTree>
    <p:extLst>
      <p:ext uri="{BB962C8B-B14F-4D97-AF65-F5344CB8AC3E}">
        <p14:creationId xmlns:p14="http://schemas.microsoft.com/office/powerpoint/2010/main" val="340490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D8B57-2DE0-4209-96B5-A8A45DD64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A84B79-B4AA-49EF-8E0D-4D43BDF22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Github</a:t>
            </a:r>
            <a:r>
              <a:rPr lang="pt-BR" dirty="0"/>
              <a:t> e um </a:t>
            </a:r>
            <a:r>
              <a:rPr lang="pt-BR" dirty="0" err="1"/>
              <a:t>versionador</a:t>
            </a:r>
            <a:r>
              <a:rPr lang="pt-BR" dirty="0"/>
              <a:t> de projetos que auxilia o trabalho de desenvolvimento de equipes.</a:t>
            </a:r>
          </a:p>
          <a:p>
            <a:r>
              <a:rPr lang="pt-BR" dirty="0"/>
              <a:t>O repositório ficara centralizado remotamente, porem e necessário fazer uma copia local através do método </a:t>
            </a:r>
            <a:r>
              <a:rPr lang="pt-BR" dirty="0">
                <a:solidFill>
                  <a:srgbClr val="FF0000"/>
                </a:solidFill>
              </a:rPr>
              <a:t>CLONE</a:t>
            </a:r>
            <a:r>
              <a:rPr lang="pt-BR" dirty="0"/>
              <a:t>.</a:t>
            </a:r>
          </a:p>
          <a:p>
            <a:r>
              <a:rPr lang="pt-BR" dirty="0"/>
              <a:t>Para atualizar sua versão local com as ultimas modificações você fara um </a:t>
            </a:r>
            <a:r>
              <a:rPr lang="pt-BR" dirty="0">
                <a:solidFill>
                  <a:srgbClr val="FF0000"/>
                </a:solidFill>
              </a:rPr>
              <a:t>PULL</a:t>
            </a:r>
          </a:p>
          <a:p>
            <a:r>
              <a:rPr lang="pt-BR" dirty="0"/>
              <a:t>Para você realizar suas modificações você deverá criar um </a:t>
            </a:r>
            <a:r>
              <a:rPr lang="pt-BR" dirty="0">
                <a:solidFill>
                  <a:srgbClr val="FF0000"/>
                </a:solidFill>
              </a:rPr>
              <a:t>BRANCH</a:t>
            </a:r>
            <a:r>
              <a:rPr lang="pt-BR" dirty="0"/>
              <a:t> a partir do </a:t>
            </a:r>
            <a:r>
              <a:rPr lang="pt-BR" dirty="0" err="1"/>
              <a:t>branch</a:t>
            </a:r>
            <a:r>
              <a:rPr lang="pt-BR" dirty="0"/>
              <a:t> principal</a:t>
            </a:r>
          </a:p>
          <a:p>
            <a:r>
              <a:rPr lang="pt-BR" dirty="0"/>
              <a:t>Depois que você terminar as suas atualizações você deve fazer um </a:t>
            </a:r>
            <a:r>
              <a:rPr lang="pt-BR" dirty="0">
                <a:solidFill>
                  <a:srgbClr val="FF0000"/>
                </a:solidFill>
              </a:rPr>
              <a:t>PUSH</a:t>
            </a:r>
            <a:r>
              <a:rPr lang="pt-BR" dirty="0"/>
              <a:t> e um </a:t>
            </a:r>
            <a:r>
              <a:rPr lang="pt-BR" dirty="0">
                <a:solidFill>
                  <a:srgbClr val="FF0000"/>
                </a:solidFill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3618775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EF0D9-DBA3-48CA-AC4B-C6A4D3D4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71A3F8-DE17-4656-A6D7-AA7B4F55D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utilizar um repositório do </a:t>
            </a:r>
            <a:r>
              <a:rPr lang="pt-BR" dirty="0" err="1"/>
              <a:t>github</a:t>
            </a:r>
            <a:r>
              <a:rPr lang="pt-BR" dirty="0"/>
              <a:t> e necessário ter um software cliente instalado no computador onde você vai codificar.</a:t>
            </a:r>
          </a:p>
          <a:p>
            <a:r>
              <a:rPr lang="pt-BR" dirty="0"/>
              <a:t>Existem varias opções, neste slide vou apresentar o GIT EXTENSIONS o qual você pode fazer o download em:</a:t>
            </a:r>
          </a:p>
          <a:p>
            <a:r>
              <a:rPr lang="pt-BR" dirty="0">
                <a:solidFill>
                  <a:srgbClr val="FF0000"/>
                </a:solidFill>
              </a:rPr>
              <a:t>https://sourceforge.net/projects/gitextensions/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874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7F4AC-A441-4829-8AD8-D13B8982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Clone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176296-F158-4EE9-9011-36CA20783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Após a instalação e necessário fazer uma copia do projeto para o seu computador para isto vamos realizar um processo de clone:</a:t>
            </a:r>
          </a:p>
          <a:p>
            <a:r>
              <a:rPr lang="pt-BR" dirty="0"/>
              <a:t>Ao abrir 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Extensions</a:t>
            </a:r>
            <a:r>
              <a:rPr lang="pt-BR" dirty="0"/>
              <a:t>, você vai clicar em clone </a:t>
            </a:r>
            <a:r>
              <a:rPr lang="pt-BR" dirty="0" err="1"/>
              <a:t>repository</a:t>
            </a:r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4C1767-5811-40EB-AC0A-66EF663D3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131" y="3322048"/>
            <a:ext cx="330517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A0EF2-A74C-4C90-9F10-81742A66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Clone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BED9D8-87E4-4CC2-AD42-D35013F66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44" y="1488613"/>
            <a:ext cx="8596668" cy="3880773"/>
          </a:xfrm>
        </p:spPr>
        <p:txBody>
          <a:bodyPr/>
          <a:lstStyle/>
          <a:p>
            <a:r>
              <a:rPr lang="pt-BR" dirty="0"/>
              <a:t>Para os repositórios utilize os links:</a:t>
            </a:r>
          </a:p>
          <a:p>
            <a:pPr lvl="1"/>
            <a:r>
              <a:rPr lang="pt-BR" dirty="0">
                <a:hlinkClick r:id="rId2"/>
              </a:rPr>
              <a:t>https://github.com/fateIpiranga/portalFatecIpiranga.git</a:t>
            </a:r>
            <a:endParaRPr lang="pt-BR" dirty="0"/>
          </a:p>
          <a:p>
            <a:pPr lvl="1"/>
            <a:r>
              <a:rPr lang="pt-BR" dirty="0">
                <a:hlinkClick r:id="rId3"/>
              </a:rPr>
              <a:t>https://github.com/fateIpiranga/gerenciadorTrabalhosAcademicos.git</a:t>
            </a:r>
            <a:endParaRPr lang="pt-BR" dirty="0"/>
          </a:p>
          <a:p>
            <a:pPr lvl="1"/>
            <a:r>
              <a:rPr lang="pt-BR" dirty="0">
                <a:hlinkClick r:id="rId4"/>
              </a:rPr>
              <a:t>https://github.com/fateIpiranga/gerenciadorEventos.git</a:t>
            </a:r>
            <a:endParaRPr lang="pt-BR" dirty="0"/>
          </a:p>
          <a:p>
            <a:r>
              <a:rPr lang="pt-BR" dirty="0"/>
              <a:t>Preencha o link do repositório</a:t>
            </a:r>
          </a:p>
          <a:p>
            <a:r>
              <a:rPr lang="pt-BR" dirty="0"/>
              <a:t>Defina o local para o download do projeto</a:t>
            </a:r>
          </a:p>
          <a:p>
            <a:r>
              <a:rPr lang="pt-BR" dirty="0"/>
              <a:t>Defina o nome do diretório a ser criado</a:t>
            </a:r>
          </a:p>
          <a:p>
            <a:r>
              <a:rPr lang="pt-BR" dirty="0"/>
              <a:t>Clique em clone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8ACD157-2A63-4CC9-952E-90DAC1201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127376"/>
            <a:ext cx="59912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173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4A403-61E8-412A-ACCB-E83FD9154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PULL / FETCH ALL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83C2AA-2ED9-4CEE-81CB-C4E2BF89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atualizar a sua versão local do repositório e necessário fazer o </a:t>
            </a:r>
            <a:r>
              <a:rPr lang="pt-BR" dirty="0" err="1"/>
              <a:t>pull</a:t>
            </a:r>
            <a:endParaRPr lang="pt-BR" dirty="0"/>
          </a:p>
          <a:p>
            <a:r>
              <a:rPr lang="pt-BR" dirty="0"/>
              <a:t>Clique no botão no menu, e escolha a opção FETCH ALL</a:t>
            </a:r>
          </a:p>
          <a:p>
            <a:r>
              <a:rPr lang="pt-BR" dirty="0"/>
              <a:t>Será apresentado uma lista atualizada com todas alterações feitas pelo time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083CE6-46CE-4EC8-A03D-A9563AF1E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77" y="3634250"/>
            <a:ext cx="35814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296A0-0851-4B60-84EA-8B4C385F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Branch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01C4A8-42E4-483D-8435-7E52510E7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criar uma área de modificação você precisara criar um novo </a:t>
            </a:r>
            <a:r>
              <a:rPr lang="pt-BR" dirty="0" err="1"/>
              <a:t>branch</a:t>
            </a:r>
            <a:r>
              <a:rPr lang="pt-BR" dirty="0"/>
              <a:t>, sempre crie novos </a:t>
            </a:r>
            <a:r>
              <a:rPr lang="pt-BR" dirty="0" err="1"/>
              <a:t>branches</a:t>
            </a:r>
            <a:r>
              <a:rPr lang="pt-BR" dirty="0"/>
              <a:t> a partir do </a:t>
            </a:r>
            <a:r>
              <a:rPr lang="pt-BR" dirty="0" err="1"/>
              <a:t>Branch</a:t>
            </a:r>
            <a:r>
              <a:rPr lang="pt-BR" dirty="0"/>
              <a:t> Master Sempre.</a:t>
            </a:r>
          </a:p>
          <a:p>
            <a:r>
              <a:rPr lang="pt-BR" dirty="0"/>
              <a:t>Com o botão direito sobre o </a:t>
            </a:r>
            <a:r>
              <a:rPr lang="pt-BR" dirty="0" err="1"/>
              <a:t>Branch</a:t>
            </a:r>
            <a:r>
              <a:rPr lang="pt-BR" dirty="0"/>
              <a:t> Master, escolha a opção CREANTE NEW BRANCH</a:t>
            </a:r>
          </a:p>
          <a:p>
            <a:r>
              <a:rPr lang="pt-BR" dirty="0"/>
              <a:t>Crie um nome para o seu </a:t>
            </a:r>
            <a:r>
              <a:rPr lang="pt-BR" dirty="0" err="1"/>
              <a:t>branch</a:t>
            </a:r>
            <a:r>
              <a:rPr lang="pt-BR" dirty="0"/>
              <a:t>, com o nome ou</a:t>
            </a:r>
          </a:p>
          <a:p>
            <a:r>
              <a:rPr lang="pt-BR" dirty="0" err="1"/>
              <a:t>Codigo</a:t>
            </a:r>
            <a:r>
              <a:rPr lang="pt-BR" dirty="0"/>
              <a:t> das </a:t>
            </a:r>
            <a:r>
              <a:rPr lang="pt-BR" dirty="0" err="1"/>
              <a:t>ativadades</a:t>
            </a:r>
            <a:r>
              <a:rPr lang="pt-BR" dirty="0"/>
              <a:t> que você vai trabalhar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8B4E8D-E616-4F1D-8F0D-69819A061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362450"/>
            <a:ext cx="5114925" cy="24955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CE4102-F1D5-4EEC-9C85-5CD88241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81525"/>
            <a:ext cx="46482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6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F70D2-9525-490C-99AC-B2FE9B66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Branch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413431-D608-4A98-BDF7-DC220689E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Após criar seu </a:t>
            </a:r>
            <a:r>
              <a:rPr lang="pt-BR" dirty="0" err="1"/>
              <a:t>branch</a:t>
            </a:r>
            <a:r>
              <a:rPr lang="pt-BR" dirty="0"/>
              <a:t> e possível, criar novos arquivos, alterar e excluir arquivos e pastas no repositório local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4AA491-5F59-4AC7-8F2D-96878B44F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720" y="3103318"/>
            <a:ext cx="481965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41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4E454-7DF6-48A8-A254-C6EEDF81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Push</a:t>
            </a:r>
            <a:r>
              <a:rPr lang="pt-BR" dirty="0"/>
              <a:t> / </a:t>
            </a:r>
            <a:r>
              <a:rPr lang="pt-BR" dirty="0" err="1"/>
              <a:t>Commit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AA144B-29BE-4037-B683-F8FC5659A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Depois de realizar a sua codificação você pode </a:t>
            </a:r>
            <a:r>
              <a:rPr lang="pt-BR" dirty="0" err="1"/>
              <a:t>entrer</a:t>
            </a:r>
            <a:r>
              <a:rPr lang="pt-BR" dirty="0"/>
              <a:t> no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extensions</a:t>
            </a:r>
            <a:r>
              <a:rPr lang="pt-BR" dirty="0"/>
              <a:t> e clicar no botão </a:t>
            </a:r>
            <a:r>
              <a:rPr lang="pt-BR" dirty="0" err="1"/>
              <a:t>commit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 possível ver os arquivos alterados e as modificações de cada arquivo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A4F3159-BC96-4E2F-B54E-6D45C7DC3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452" y="2448658"/>
            <a:ext cx="2486025" cy="12573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9833B69-10A9-48C5-BBF1-B2058512D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133" y="4127008"/>
            <a:ext cx="6979994" cy="260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2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A99F5-A60E-436E-A70A-F240C8F6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Push</a:t>
            </a:r>
            <a:r>
              <a:rPr lang="pt-BR" dirty="0"/>
              <a:t> / </a:t>
            </a:r>
            <a:r>
              <a:rPr lang="pt-BR" dirty="0" err="1"/>
              <a:t>Commit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B6F84F-52FC-46F3-AD25-DEACAE153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Selecione os arquivos e clique na seta </a:t>
            </a:r>
            <a:r>
              <a:rPr lang="pt-BR" dirty="0" err="1"/>
              <a:t>stage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Após disto, digite um comentário e clique em </a:t>
            </a:r>
            <a:r>
              <a:rPr lang="pt-BR" dirty="0" err="1"/>
              <a:t>commit</a:t>
            </a:r>
            <a:r>
              <a:rPr lang="pt-BR" dirty="0"/>
              <a:t> e </a:t>
            </a:r>
            <a:r>
              <a:rPr lang="pt-BR" dirty="0" err="1"/>
              <a:t>push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C095C1-6B6A-4E18-AC78-2C9CA221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2556657"/>
            <a:ext cx="4505325" cy="12382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C807BB2-9769-4FF3-B345-A3D731BE4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6" y="4190975"/>
            <a:ext cx="50768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27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1187B-675B-494A-83B4-17A40BAA3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6541D0-36A2-4A3D-844F-F2CBA94AB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ser que solicite seu usuário e senha do </a:t>
            </a:r>
            <a:r>
              <a:rPr lang="pt-BR" dirty="0" err="1"/>
              <a:t>git</a:t>
            </a:r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4CDF6B1-DAFC-498D-8D41-15D6CFD7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58" y="2583787"/>
            <a:ext cx="5429250" cy="34575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D116F78-B6E3-48DD-900D-95B450518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32" y="2743200"/>
            <a:ext cx="54768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275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248</TotalTime>
  <Words>421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Facetado</vt:lpstr>
      <vt:lpstr>GIT</vt:lpstr>
      <vt:lpstr>GITHUB</vt:lpstr>
      <vt:lpstr>Instalando</vt:lpstr>
      <vt:lpstr>Clone</vt:lpstr>
      <vt:lpstr>Clone</vt:lpstr>
      <vt:lpstr>PULL / FETCH ALL</vt:lpstr>
      <vt:lpstr>Criando um Branch</vt:lpstr>
      <vt:lpstr>Criando um Branch</vt:lpstr>
      <vt:lpstr>Push / Commit</vt:lpstr>
      <vt:lpstr>Push / Commit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Norton Glaser</dc:creator>
  <cp:lastModifiedBy>Norton</cp:lastModifiedBy>
  <cp:revision>16</cp:revision>
  <dcterms:created xsi:type="dcterms:W3CDTF">2018-03-31T22:04:20Z</dcterms:created>
  <dcterms:modified xsi:type="dcterms:W3CDTF">2018-04-01T02:13:16Z</dcterms:modified>
</cp:coreProperties>
</file>