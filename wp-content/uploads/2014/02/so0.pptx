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7223B7E-74C3-4AB2-B53D-A69BDBF1C1E5}" type="datetimeFigureOut">
              <a:rPr lang="pt-BR" smtClean="0"/>
              <a:t>7/2/2014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2C742F9-B98B-45C6-B47D-D6A9FAD9DF40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Sistemas Operacionais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Conceito, funções e características de um Sistema Operacional. Evolução histórica. Apresentação e utilização dos sistemas operacionais proprietários e não proprietários (modo texto: comandos e modo gráfico). 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Conceitos Básicos: mono e </a:t>
            </a:r>
            <a:r>
              <a:rPr lang="pt-BR" dirty="0" err="1" smtClean="0"/>
              <a:t>multi-programação</a:t>
            </a:r>
            <a:r>
              <a:rPr lang="pt-BR" dirty="0" smtClean="0"/>
              <a:t>, processo, arquivo, chamada de sistema, interrupção. </a:t>
            </a:r>
            <a:endParaRPr lang="pt-BR" dirty="0" smtClean="0"/>
          </a:p>
          <a:p>
            <a:r>
              <a:rPr lang="pt-BR" dirty="0" smtClean="0"/>
              <a:t>Gerenciamento </a:t>
            </a:r>
            <a:r>
              <a:rPr lang="pt-BR" dirty="0" smtClean="0"/>
              <a:t>de memória, de processos, de dados, de desempenho, de recuperação, de recursos, de concorrência e de periféricos.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Análise de componentes dos </a:t>
            </a:r>
            <a:r>
              <a:rPr lang="pt-BR" dirty="0" err="1" smtClean="0"/>
              <a:t>SOs</a:t>
            </a:r>
            <a:r>
              <a:rPr lang="pt-BR" dirty="0" smtClean="0"/>
              <a:t> no tocante à estrutura de controle e operacional. Sistema operacional de rede e distribuído. Comunicação em sistemas distribuídos: síncrona e assíncrona, modelo cliente servidor, rede </a:t>
            </a:r>
            <a:r>
              <a:rPr lang="pt-BR" dirty="0" err="1" smtClean="0"/>
              <a:t>peer-to-peer</a:t>
            </a:r>
            <a:r>
              <a:rPr lang="pt-BR" dirty="0" smtClean="0"/>
              <a:t>, RPC (</a:t>
            </a:r>
            <a:r>
              <a:rPr lang="pt-BR" dirty="0" err="1" smtClean="0"/>
              <a:t>Remote</a:t>
            </a:r>
            <a:r>
              <a:rPr lang="pt-BR" dirty="0" smtClean="0"/>
              <a:t> </a:t>
            </a:r>
            <a:r>
              <a:rPr lang="pt-BR" dirty="0" err="1" smtClean="0"/>
              <a:t>Procedure</a:t>
            </a:r>
            <a:r>
              <a:rPr lang="pt-BR" dirty="0" smtClean="0"/>
              <a:t> </a:t>
            </a:r>
            <a:r>
              <a:rPr lang="pt-BR" dirty="0" err="1" smtClean="0"/>
              <a:t>Call</a:t>
            </a:r>
            <a:r>
              <a:rPr lang="pt-BR" dirty="0" smtClean="0"/>
              <a:t>).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Ser capaz de compreender as principais características de funcionamento de diferentes sistemas operacionais.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Básica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STUART, Brian L. Princípios de Sistemas Operacionais – projetos e aplicações. São Paulo: </a:t>
            </a:r>
            <a:r>
              <a:rPr lang="pt-BR" dirty="0" err="1" smtClean="0"/>
              <a:t>Cengage</a:t>
            </a:r>
            <a:r>
              <a:rPr lang="pt-BR" dirty="0" smtClean="0"/>
              <a:t>, 2010</a:t>
            </a:r>
            <a:r>
              <a:rPr lang="pt-BR" dirty="0" smtClean="0"/>
              <a:t>.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TANENBAUM, Andrew S. Sistemas Operacionais Modernos. 3.ed. São Paulo: </a:t>
            </a:r>
            <a:r>
              <a:rPr lang="pt-BR" dirty="0" err="1" smtClean="0"/>
              <a:t>Prentice-Hall</a:t>
            </a:r>
            <a:r>
              <a:rPr lang="pt-BR" dirty="0" smtClean="0"/>
              <a:t> Brasil, 2010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/>
              <a:t>TOSCANI, Simão; OLIVEIRA, Rômulo Silva de; CARISSIMI, Alexandre. Sistemas Operacionais. 4.ed. Porto Alegre: </a:t>
            </a:r>
            <a:r>
              <a:rPr lang="pt-BR" dirty="0" err="1" smtClean="0"/>
              <a:t>Bookman</a:t>
            </a:r>
            <a:r>
              <a:rPr lang="pt-BR" dirty="0" smtClean="0"/>
              <a:t>, 2010</a:t>
            </a:r>
            <a:r>
              <a:rPr lang="pt-BR" dirty="0" smtClean="0"/>
              <a:t>.</a:t>
            </a:r>
          </a:p>
          <a:p>
            <a:endParaRPr lang="pt-BR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Bibliografia </a:t>
            </a:r>
            <a:r>
              <a:rPr lang="pt-BR" dirty="0" smtClean="0"/>
              <a:t>Complementar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DEITEL</a:t>
            </a:r>
            <a:r>
              <a:rPr lang="pt-BR" dirty="0" smtClean="0"/>
              <a:t>, Harvey M.; DEITEL, Paul J.; CHOFFNES. Sistemas Operacionais. 3.ed. São Paulo: </a:t>
            </a:r>
            <a:r>
              <a:rPr lang="pt-BR" dirty="0" err="1" smtClean="0"/>
              <a:t>Prentice-Hall</a:t>
            </a:r>
            <a:r>
              <a:rPr lang="pt-BR" dirty="0" smtClean="0"/>
              <a:t> Brasil, 2005.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</TotalTime>
  <Words>233</Words>
  <Application>Microsoft Office PowerPoint</Application>
  <PresentationFormat>Apresentação na tela (4:3)</PresentationFormat>
  <Paragraphs>19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Mediano</vt:lpstr>
      <vt:lpstr>Sistemas Operacionais</vt:lpstr>
      <vt:lpstr>Ementa</vt:lpstr>
      <vt:lpstr>Ementa</vt:lpstr>
      <vt:lpstr>Ementa</vt:lpstr>
      <vt:lpstr>Objetivos</vt:lpstr>
      <vt:lpstr>Bibliografia Básica</vt:lpstr>
      <vt:lpstr>Bibliografia Complementar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Operacionais</dc:title>
  <dc:creator>Fatec</dc:creator>
  <cp:lastModifiedBy>Fatec</cp:lastModifiedBy>
  <cp:revision>1</cp:revision>
  <dcterms:created xsi:type="dcterms:W3CDTF">2014-02-07T21:14:15Z</dcterms:created>
  <dcterms:modified xsi:type="dcterms:W3CDTF">2014-02-07T21:17:19Z</dcterms:modified>
</cp:coreProperties>
</file>