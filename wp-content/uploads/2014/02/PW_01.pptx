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5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3" autoAdjust="0"/>
    <p:restoredTop sz="94660"/>
  </p:normalViewPr>
  <p:slideViewPr>
    <p:cSldViewPr>
      <p:cViewPr varScale="1">
        <p:scale>
          <a:sx n="68" d="100"/>
          <a:sy n="68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Objetivo: Implementar aplicações WEB, em servidores.</a:t>
            </a:r>
          </a:p>
          <a:p>
            <a:r>
              <a:rPr lang="pt-BR" dirty="0" smtClean="0"/>
              <a:t>Ementa: Programação do lado servidor: conhecimento de uma linguagem e padrões. Controle de sessões, </a:t>
            </a:r>
          </a:p>
          <a:p>
            <a:r>
              <a:rPr lang="pt-BR" dirty="0" err="1" smtClean="0"/>
              <a:t>cookies</a:t>
            </a:r>
            <a:r>
              <a:rPr lang="pt-BR" dirty="0" smtClean="0"/>
              <a:t>, </a:t>
            </a:r>
            <a:r>
              <a:rPr lang="pt-BR" dirty="0" err="1" smtClean="0"/>
              <a:t>request</a:t>
            </a:r>
            <a:r>
              <a:rPr lang="pt-BR" dirty="0" smtClean="0"/>
              <a:t>/</a:t>
            </a:r>
            <a:r>
              <a:rPr lang="pt-BR" dirty="0" err="1" smtClean="0"/>
              <a:t>response</a:t>
            </a:r>
            <a:r>
              <a:rPr lang="pt-BR" dirty="0" smtClean="0"/>
              <a:t> e conexão com BD.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BASHAM, Bryan. Use A Cabeça! </a:t>
            </a:r>
            <a:r>
              <a:rPr lang="pt-BR" dirty="0" err="1" smtClean="0"/>
              <a:t>Servlets</a:t>
            </a:r>
            <a:r>
              <a:rPr lang="pt-BR" dirty="0" smtClean="0"/>
              <a:t> e JSP.  Alta Books, 2008.</a:t>
            </a:r>
          </a:p>
          <a:p>
            <a:r>
              <a:rPr lang="pt-BR" dirty="0" smtClean="0"/>
              <a:t>KURNIAWAN, B. Java para Web com </a:t>
            </a:r>
            <a:r>
              <a:rPr lang="pt-BR" dirty="0" err="1" smtClean="0"/>
              <a:t>Servlets</a:t>
            </a:r>
            <a:r>
              <a:rPr lang="pt-BR" dirty="0" smtClean="0"/>
              <a:t>, JSP e EJB. São Paulo: Ciência Moderna, 2002.</a:t>
            </a:r>
          </a:p>
          <a:p>
            <a:r>
              <a:rPr lang="pt-BR" dirty="0" smtClean="0"/>
              <a:t>MCLAUGHLIN, B. Java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Xml</a:t>
            </a:r>
            <a:r>
              <a:rPr lang="pt-BR" dirty="0" smtClean="0"/>
              <a:t>. </a:t>
            </a:r>
            <a:r>
              <a:rPr lang="pt-BR" dirty="0" err="1" smtClean="0"/>
              <a:t>Oreilly</a:t>
            </a:r>
            <a:r>
              <a:rPr lang="pt-BR" dirty="0" smtClean="0"/>
              <a:t> &amp; </a:t>
            </a:r>
            <a:r>
              <a:rPr lang="pt-BR" dirty="0" err="1" smtClean="0"/>
              <a:t>Assoc</a:t>
            </a:r>
            <a:r>
              <a:rPr lang="pt-BR" dirty="0" smtClean="0"/>
              <a:t>, 2006.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Complementar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NARAMORE, E; GERNER, J; BORONCZYK, T. </a:t>
            </a:r>
            <a:r>
              <a:rPr lang="pt-BR" dirty="0" err="1" smtClean="0"/>
              <a:t>Beginning</a:t>
            </a:r>
            <a:r>
              <a:rPr lang="pt-BR" dirty="0" smtClean="0"/>
              <a:t> PHP 6, Apache, MYSQL 6 Web </a:t>
            </a:r>
            <a:r>
              <a:rPr lang="pt-BR" dirty="0" err="1" smtClean="0"/>
              <a:t>Development</a:t>
            </a:r>
            <a:r>
              <a:rPr lang="pt-BR" dirty="0" smtClean="0"/>
              <a:t>.  John </a:t>
            </a:r>
          </a:p>
          <a:p>
            <a:r>
              <a:rPr lang="pt-BR" dirty="0" err="1" smtClean="0"/>
              <a:t>Wiley</a:t>
            </a:r>
            <a:r>
              <a:rPr lang="pt-BR" dirty="0" smtClean="0"/>
              <a:t> </a:t>
            </a:r>
            <a:r>
              <a:rPr lang="pt-BR" dirty="0" err="1" smtClean="0"/>
              <a:t>Consumer</a:t>
            </a:r>
            <a:r>
              <a:rPr lang="pt-BR" dirty="0" smtClean="0"/>
              <a:t>, 2009.BORGES JR, M P. Desenvolvendo </a:t>
            </a:r>
            <a:r>
              <a:rPr lang="pt-BR" dirty="0" err="1" smtClean="0"/>
              <a:t>Webservices</a:t>
            </a:r>
            <a:r>
              <a:rPr lang="pt-BR" dirty="0" smtClean="0"/>
              <a:t> - Guia Rápido Usando Visual Studio.Net com Banco de dados </a:t>
            </a:r>
          </a:p>
          <a:p>
            <a:r>
              <a:rPr lang="pt-BR" dirty="0" smtClean="0"/>
              <a:t>Ciência Moderna, 2005.</a:t>
            </a:r>
          </a:p>
          <a:p>
            <a:r>
              <a:rPr lang="pt-BR" dirty="0" smtClean="0"/>
              <a:t>BORGES JR, M P. Programando em C#.Net Para Web - Guia Rápido Usando Visual Studio.Net 200</a:t>
            </a:r>
          </a:p>
          <a:p>
            <a:r>
              <a:rPr lang="pt-BR" dirty="0" smtClean="0"/>
              <a:t>Ciência Moderna, 2005.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 expostos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conceitos da arquitetura web</a:t>
            </a:r>
          </a:p>
          <a:p>
            <a:r>
              <a:rPr lang="pt-BR" dirty="0" err="1" smtClean="0"/>
              <a:t>Html</a:t>
            </a:r>
            <a:endParaRPr lang="pt-BR" dirty="0" smtClean="0"/>
          </a:p>
          <a:p>
            <a:r>
              <a:rPr lang="pt-BR" dirty="0" err="1" smtClean="0"/>
              <a:t>Css</a:t>
            </a:r>
            <a:endParaRPr lang="pt-BR" dirty="0" smtClean="0"/>
          </a:p>
          <a:p>
            <a:r>
              <a:rPr lang="pt-BR" dirty="0" err="1" smtClean="0"/>
              <a:t>Javascript</a:t>
            </a:r>
            <a:endParaRPr lang="pt-BR" dirty="0" smtClean="0"/>
          </a:p>
          <a:p>
            <a:r>
              <a:rPr lang="pt-BR" dirty="0" smtClean="0"/>
              <a:t>Ferramenta Visual Studio </a:t>
            </a:r>
          </a:p>
          <a:p>
            <a:r>
              <a:rPr lang="pt-BR" dirty="0" err="1" smtClean="0"/>
              <a:t>Formularios</a:t>
            </a:r>
            <a:endParaRPr lang="pt-BR" dirty="0" smtClean="0"/>
          </a:p>
          <a:p>
            <a:r>
              <a:rPr lang="pt-BR" dirty="0" smtClean="0"/>
              <a:t>objetos, atributos e eventos</a:t>
            </a:r>
          </a:p>
          <a:p>
            <a:r>
              <a:rPr lang="pt-BR" dirty="0" smtClean="0"/>
              <a:t>conceitos da linguagem de programação c#</a:t>
            </a:r>
          </a:p>
          <a:p>
            <a:r>
              <a:rPr lang="pt-BR" dirty="0" err="1" smtClean="0"/>
              <a:t>Request</a:t>
            </a:r>
            <a:r>
              <a:rPr lang="pt-BR" dirty="0" smtClean="0"/>
              <a:t>, </a:t>
            </a:r>
            <a:r>
              <a:rPr lang="pt-BR" dirty="0" err="1" smtClean="0"/>
              <a:t>Response</a:t>
            </a:r>
            <a:r>
              <a:rPr lang="pt-BR" dirty="0" smtClean="0"/>
              <a:t>, </a:t>
            </a:r>
            <a:r>
              <a:rPr lang="pt-BR" dirty="0" err="1" smtClean="0"/>
              <a:t>Session</a:t>
            </a:r>
            <a:r>
              <a:rPr lang="pt-BR" dirty="0" smtClean="0"/>
              <a:t> e Application</a:t>
            </a:r>
          </a:p>
          <a:p>
            <a:r>
              <a:rPr lang="pt-BR" dirty="0" smtClean="0"/>
              <a:t>Conexão com o banco de dados ADO.NET</a:t>
            </a:r>
          </a:p>
          <a:p>
            <a:r>
              <a:rPr lang="pt-BR" dirty="0" smtClean="0"/>
              <a:t>Exibição de dados e listagens de dados</a:t>
            </a:r>
          </a:p>
          <a:p>
            <a:r>
              <a:rPr lang="pt-BR" dirty="0" smtClean="0"/>
              <a:t>Envio de e-mails </a:t>
            </a:r>
          </a:p>
          <a:p>
            <a:r>
              <a:rPr lang="pt-BR" dirty="0" smtClean="0"/>
              <a:t>manipulação de arquivos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49</TotalTime>
  <Words>183</Words>
  <Application>Microsoft Office PowerPoint</Application>
  <PresentationFormat>Apresentação na tela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Mediano</vt:lpstr>
      <vt:lpstr>Programação WEB</vt:lpstr>
      <vt:lpstr>Ementa</vt:lpstr>
      <vt:lpstr>Bibliografia Básica</vt:lpstr>
      <vt:lpstr>Bibliografia Complementar</vt:lpstr>
      <vt:lpstr>Tópicos expostos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13</cp:revision>
  <dcterms:created xsi:type="dcterms:W3CDTF">2013-02-08T17:26:03Z</dcterms:created>
  <dcterms:modified xsi:type="dcterms:W3CDTF">2014-02-01T10:15:29Z</dcterms:modified>
</cp:coreProperties>
</file>