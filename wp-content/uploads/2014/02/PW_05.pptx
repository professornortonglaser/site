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22/02/2014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22/02/2014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22/02/2014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pPr/>
              <a:t>22/02/2014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pPr/>
              <a:t>22/02/2014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22/02/2014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22/02/2014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22/02/2014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2E700DB3-DBF0-4086-B675-117E7A9610B8}" type="datetimeFigureOut">
              <a:rPr lang="pt-BR" smtClean="0"/>
              <a:pPr/>
              <a:t>22/02/2014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22/02/2014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2E700DB3-DBF0-4086-B675-117E7A9610B8}" type="datetimeFigureOut">
              <a:rPr lang="pt-BR" smtClean="0"/>
              <a:pPr/>
              <a:t>22/02/2014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22/02/2014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 smtClean="0"/>
              <a:t>PÁginas</a:t>
            </a:r>
            <a:r>
              <a:rPr lang="pt-BR" dirty="0" smtClean="0"/>
              <a:t> Dinâmicas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Programação Web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são 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Uma página dinâmica em geral é </a:t>
            </a:r>
            <a:r>
              <a:rPr lang="pt-BR" dirty="0" smtClean="0"/>
              <a:t>um programa alocado no servidor de aplicação. </a:t>
            </a:r>
          </a:p>
          <a:p>
            <a:r>
              <a:rPr lang="pt-BR" dirty="0" smtClean="0"/>
              <a:t>Tem acesso a dados e a bibliotecas de funções.</a:t>
            </a:r>
          </a:p>
          <a:p>
            <a:r>
              <a:rPr lang="pt-BR" dirty="0" smtClean="0"/>
              <a:t>E são processadas a cada solicitação no servidor de aplicação, produzindo resultados diferentes de acordo com os parâmetros informados.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são 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As páginas dinâmicas utilizam muitos recursos utilizados na criação de páginas estáticas, a diferença principal está no uso de bancos de dados ou formas e armazenamento de dados específicos para a aplicação </a:t>
            </a:r>
            <a:r>
              <a:rPr lang="pt-BR" dirty="0" smtClean="0"/>
              <a:t>desenvolvida.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são 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produto final de um processamento de uma página dinâmica será uma página em formato HTML gerado dinamicamente de acordo com os parâmetros fornecidos.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Extensões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Cada linguagem de programação terá uma extensão de arquivo diferente, para que o servidor de aplicação identifique e processe com interpretador correto:</a:t>
            </a:r>
          </a:p>
          <a:p>
            <a:pPr lvl="1"/>
            <a:r>
              <a:rPr lang="pt-BR" dirty="0" smtClean="0"/>
              <a:t>ASP – </a:t>
            </a:r>
            <a:r>
              <a:rPr lang="pt-BR" dirty="0" err="1" smtClean="0"/>
              <a:t>Asp</a:t>
            </a:r>
            <a:r>
              <a:rPr lang="pt-BR" dirty="0" smtClean="0"/>
              <a:t> </a:t>
            </a:r>
            <a:r>
              <a:rPr lang="pt-BR" dirty="0" err="1" smtClean="0"/>
              <a:t>classico</a:t>
            </a:r>
            <a:endParaRPr lang="pt-BR" dirty="0" smtClean="0"/>
          </a:p>
          <a:p>
            <a:pPr lvl="1"/>
            <a:r>
              <a:rPr lang="pt-BR" dirty="0" smtClean="0"/>
              <a:t>ASPX – ASP.Net</a:t>
            </a:r>
          </a:p>
          <a:p>
            <a:pPr lvl="1"/>
            <a:r>
              <a:rPr lang="pt-BR" dirty="0" smtClean="0"/>
              <a:t>PHP</a:t>
            </a:r>
          </a:p>
          <a:p>
            <a:pPr lvl="1"/>
            <a:r>
              <a:rPr lang="pt-BR" dirty="0" smtClean="0"/>
              <a:t>JSP – Java </a:t>
            </a:r>
            <a:r>
              <a:rPr lang="pt-BR" dirty="0" err="1" smtClean="0"/>
              <a:t>server</a:t>
            </a:r>
            <a:r>
              <a:rPr lang="pt-BR" dirty="0" smtClean="0"/>
              <a:t> </a:t>
            </a:r>
            <a:r>
              <a:rPr lang="pt-BR" dirty="0" err="1" smtClean="0"/>
              <a:t>pages</a:t>
            </a:r>
            <a:endParaRPr lang="pt-BR" dirty="0" smtClean="0"/>
          </a:p>
          <a:p>
            <a:pPr lvl="1"/>
            <a:r>
              <a:rPr lang="pt-BR" dirty="0" smtClean="0"/>
              <a:t>JSF – Java </a:t>
            </a:r>
            <a:r>
              <a:rPr lang="pt-BR" dirty="0" err="1" smtClean="0"/>
              <a:t>server</a:t>
            </a:r>
            <a:r>
              <a:rPr lang="pt-BR" dirty="0" smtClean="0"/>
              <a:t> faces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Código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código fica mesclado com o conteúdo estático e identificado por </a:t>
            </a:r>
            <a:r>
              <a:rPr lang="pt-BR" dirty="0" err="1" smtClean="0"/>
              <a:t>tags</a:t>
            </a:r>
            <a:r>
              <a:rPr lang="pt-BR" dirty="0" smtClean="0"/>
              <a:t> especiais:</a:t>
            </a:r>
          </a:p>
          <a:p>
            <a:pPr lvl="1">
              <a:buNone/>
            </a:pP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4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&lt;h1&gt;Bom Dia &lt;/h1&gt;</a:t>
            </a:r>
          </a:p>
          <a:p>
            <a:pPr lvl="3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&lt;%</a:t>
            </a:r>
          </a:p>
          <a:p>
            <a:pPr lvl="4">
              <a:buNone/>
            </a:pP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Response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Write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DateTime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BR" sz="24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Now</a:t>
            </a: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4">
              <a:buNone/>
            </a:pPr>
            <a:r>
              <a:rPr lang="pt-BR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%&gt;</a:t>
            </a:r>
            <a:endParaRPr lang="pt-BR" sz="24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4">
              <a:buNone/>
            </a:pP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4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4">
              <a:buNone/>
            </a:pP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4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31</TotalTime>
  <Words>198</Words>
  <Application>Microsoft Office PowerPoint</Application>
  <PresentationFormat>Apresentação na tela (4:3)</PresentationFormat>
  <Paragraphs>26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Mediano</vt:lpstr>
      <vt:lpstr>PÁginas Dinâmicas</vt:lpstr>
      <vt:lpstr>O que são ?</vt:lpstr>
      <vt:lpstr>O que são ?</vt:lpstr>
      <vt:lpstr>O que são ?</vt:lpstr>
      <vt:lpstr>Extensões</vt:lpstr>
      <vt:lpstr>Código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Paginas Dinâmicas</dc:title>
  <dc:creator>Professor</dc:creator>
  <cp:lastModifiedBy>professor</cp:lastModifiedBy>
  <cp:revision>7</cp:revision>
  <dcterms:created xsi:type="dcterms:W3CDTF">2014-02-22T12:22:33Z</dcterms:created>
  <dcterms:modified xsi:type="dcterms:W3CDTF">2014-02-22T12:59:17Z</dcterms:modified>
</cp:coreProperties>
</file>