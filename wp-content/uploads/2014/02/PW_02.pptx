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0" r:id="rId4"/>
    <p:sldId id="259" r:id="rId5"/>
    <p:sldId id="260" r:id="rId6"/>
    <p:sldId id="261" r:id="rId7"/>
    <p:sldId id="267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1" r:id="rId16"/>
    <p:sldId id="272" r:id="rId1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2E700DB3-DBF0-4086-B675-117E7A9610B8}" type="datetimeFigureOut">
              <a:rPr lang="pt-BR" smtClean="0"/>
              <a:pPr/>
              <a:t>01/02/2014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01/02/2014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01/02/2014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2E700DB3-DBF0-4086-B675-117E7A9610B8}" type="datetimeFigureOut">
              <a:rPr lang="pt-BR" smtClean="0"/>
              <a:pPr/>
              <a:t>01/02/2014</a:t>
            </a:fld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2E700DB3-DBF0-4086-B675-117E7A9610B8}" type="datetimeFigureOut">
              <a:rPr lang="pt-BR" smtClean="0"/>
              <a:pPr/>
              <a:t>01/02/2014</a:t>
            </a:fld>
            <a:endParaRPr lang="pt-BR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01/02/2014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01/02/2014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01/02/2014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2E700DB3-DBF0-4086-B675-117E7A9610B8}" type="datetimeFigureOut">
              <a:rPr lang="pt-BR" smtClean="0"/>
              <a:pPr/>
              <a:t>01/02/2014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01/02/2014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2E700DB3-DBF0-4086-B675-117E7A9610B8}" type="datetimeFigureOut">
              <a:rPr lang="pt-BR" smtClean="0"/>
              <a:pPr/>
              <a:t>01/02/2014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2E700DB3-DBF0-4086-B675-117E7A9610B8}" type="datetimeFigureOut">
              <a:rPr lang="pt-BR" smtClean="0"/>
              <a:pPr/>
              <a:t>01/02/2014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Conceitos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Programação Web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é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Aplicações ou sistemas baseado em WEB são sistemas dos mais variados tipos e finalidades que utilizam navegadores para realizarem requisições a servidores de aplicação que armazenam algoritmos.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Evolução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Comunicação</a:t>
            </a:r>
          </a:p>
          <a:p>
            <a:r>
              <a:rPr lang="pt-BR" dirty="0" smtClean="0"/>
              <a:t>Publicação de Conteúdo Estático</a:t>
            </a:r>
          </a:p>
          <a:p>
            <a:r>
              <a:rPr lang="pt-BR" dirty="0" smtClean="0"/>
              <a:t>Aplicações comerciais</a:t>
            </a:r>
          </a:p>
          <a:p>
            <a:r>
              <a:rPr lang="pt-BR" dirty="0" smtClean="0"/>
              <a:t>Portais Integrados</a:t>
            </a:r>
          </a:p>
          <a:p>
            <a:r>
              <a:rPr lang="pt-BR" dirty="0" smtClean="0"/>
              <a:t>Serviços</a:t>
            </a:r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Vantagens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Disponibilidade - </a:t>
            </a:r>
          </a:p>
          <a:p>
            <a:r>
              <a:rPr lang="pt-BR" dirty="0" smtClean="0"/>
              <a:t>Portabilidade</a:t>
            </a:r>
          </a:p>
          <a:p>
            <a:r>
              <a:rPr lang="pt-BR" dirty="0" smtClean="0"/>
              <a:t>Segurança</a:t>
            </a:r>
          </a:p>
          <a:p>
            <a:r>
              <a:rPr lang="pt-BR" dirty="0" smtClean="0"/>
              <a:t>Configuração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Arquitetura</a:t>
            </a:r>
            <a:endParaRPr lang="pt-BR" dirty="0"/>
          </a:p>
        </p:txBody>
      </p:sp>
      <p:pic>
        <p:nvPicPr>
          <p:cNvPr id="4" name="Espaço Reservado para Conteúdo 3" descr="arquitetura_web_progweb.jp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785786" y="1600200"/>
            <a:ext cx="7929617" cy="504351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Arquitetura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Sistemas web estão ligados ao conceito de arquitetura cliente servidor, utilizando uma rede ethernet(</a:t>
            </a:r>
            <a:r>
              <a:rPr lang="pt-BR" dirty="0" err="1" smtClean="0"/>
              <a:t>tcp</a:t>
            </a:r>
            <a:r>
              <a:rPr lang="pt-BR" dirty="0" smtClean="0"/>
              <a:t>/</a:t>
            </a:r>
            <a:r>
              <a:rPr lang="pt-BR" dirty="0" err="1" smtClean="0"/>
              <a:t>ip</a:t>
            </a:r>
            <a:r>
              <a:rPr lang="pt-BR" dirty="0" smtClean="0"/>
              <a:t>) como meio de comunicação.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Servidor de Aplicação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 smtClean="0"/>
              <a:t>Servidor de Aplicação</a:t>
            </a:r>
          </a:p>
          <a:p>
            <a:r>
              <a:rPr lang="pt-BR" dirty="0" smtClean="0"/>
              <a:t>-Armazena as páginas</a:t>
            </a:r>
          </a:p>
          <a:p>
            <a:r>
              <a:rPr lang="pt-BR" dirty="0" smtClean="0"/>
              <a:t> e arquivos</a:t>
            </a:r>
          </a:p>
          <a:p>
            <a:r>
              <a:rPr lang="pt-BR" dirty="0" smtClean="0"/>
              <a:t>-Cuida da segurança</a:t>
            </a:r>
          </a:p>
          <a:p>
            <a:r>
              <a:rPr lang="pt-BR" dirty="0" smtClean="0"/>
              <a:t>-gerencia as conexões</a:t>
            </a:r>
          </a:p>
          <a:p>
            <a:r>
              <a:rPr lang="pt-BR" dirty="0" smtClean="0"/>
              <a:t>-configura os sites</a:t>
            </a:r>
          </a:p>
          <a:p>
            <a:endParaRPr lang="pt-BR" dirty="0" smtClean="0"/>
          </a:p>
          <a:p>
            <a:r>
              <a:rPr lang="pt-BR" dirty="0" smtClean="0"/>
              <a:t>Tipos</a:t>
            </a:r>
          </a:p>
          <a:p>
            <a:r>
              <a:rPr lang="pt-BR" dirty="0" smtClean="0"/>
              <a:t>=================</a:t>
            </a:r>
          </a:p>
          <a:p>
            <a:r>
              <a:rPr lang="pt-BR" dirty="0" smtClean="0"/>
              <a:t>IIS - </a:t>
            </a:r>
            <a:r>
              <a:rPr lang="pt-BR" dirty="0" err="1" smtClean="0"/>
              <a:t>microsoft</a:t>
            </a:r>
            <a:endParaRPr lang="pt-BR" dirty="0" smtClean="0"/>
          </a:p>
          <a:p>
            <a:r>
              <a:rPr lang="pt-BR" dirty="0" smtClean="0"/>
              <a:t>Apache - GNU</a:t>
            </a:r>
          </a:p>
          <a:p>
            <a:r>
              <a:rPr lang="pt-BR" dirty="0" err="1" smtClean="0"/>
              <a:t>Glassfish</a:t>
            </a:r>
            <a:r>
              <a:rPr lang="pt-BR" dirty="0" smtClean="0"/>
              <a:t> - </a:t>
            </a:r>
            <a:r>
              <a:rPr lang="pt-BR" dirty="0" err="1" smtClean="0"/>
              <a:t>sun</a:t>
            </a:r>
            <a:r>
              <a:rPr lang="pt-BR" dirty="0" smtClean="0"/>
              <a:t>/</a:t>
            </a:r>
            <a:r>
              <a:rPr lang="pt-BR" dirty="0" err="1" smtClean="0"/>
              <a:t>oracle</a:t>
            </a:r>
            <a:endParaRPr lang="pt-BR" dirty="0" smtClean="0"/>
          </a:p>
          <a:p>
            <a:r>
              <a:rPr lang="pt-BR" dirty="0" err="1" smtClean="0"/>
              <a:t>websphere</a:t>
            </a:r>
            <a:r>
              <a:rPr lang="pt-BR" dirty="0" smtClean="0"/>
              <a:t> - </a:t>
            </a:r>
            <a:r>
              <a:rPr lang="pt-BR" dirty="0" err="1" smtClean="0"/>
              <a:t>ibm</a:t>
            </a:r>
            <a:endParaRPr lang="pt-BR" dirty="0" smtClean="0"/>
          </a:p>
          <a:p>
            <a:r>
              <a:rPr lang="pt-BR" dirty="0" err="1" smtClean="0"/>
              <a:t>JBoss</a:t>
            </a:r>
            <a:r>
              <a:rPr lang="pt-BR" dirty="0" smtClean="0"/>
              <a:t> - GNU</a:t>
            </a:r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Servidor de aplicação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Páginas </a:t>
            </a:r>
            <a:r>
              <a:rPr lang="pt-BR" dirty="0" err="1" smtClean="0"/>
              <a:t>Estaticas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Páginas </a:t>
            </a:r>
            <a:r>
              <a:rPr lang="pt-BR" dirty="0" err="1" smtClean="0"/>
              <a:t>Estaticas</a:t>
            </a:r>
            <a:endParaRPr lang="pt-BR" dirty="0" smtClean="0"/>
          </a:p>
          <a:p>
            <a:r>
              <a:rPr lang="pt-BR" dirty="0" smtClean="0"/>
              <a:t>-HTML</a:t>
            </a:r>
          </a:p>
          <a:p>
            <a:r>
              <a:rPr lang="pt-BR" dirty="0" smtClean="0"/>
              <a:t>-é uma linguagem de formatação</a:t>
            </a:r>
          </a:p>
          <a:p>
            <a:r>
              <a:rPr lang="pt-BR" dirty="0" smtClean="0"/>
              <a:t>-permite a troca de </a:t>
            </a:r>
            <a:r>
              <a:rPr lang="pt-BR" dirty="0" err="1" smtClean="0"/>
              <a:t>conteudo</a:t>
            </a:r>
            <a:r>
              <a:rPr lang="pt-BR" dirty="0" smtClean="0"/>
              <a:t> (texto, imagem e </a:t>
            </a:r>
            <a:r>
              <a:rPr lang="pt-BR" dirty="0" err="1" smtClean="0"/>
              <a:t>etc</a:t>
            </a:r>
            <a:r>
              <a:rPr lang="pt-BR" dirty="0" smtClean="0"/>
              <a:t>)</a:t>
            </a:r>
          </a:p>
          <a:p>
            <a:r>
              <a:rPr lang="pt-BR" dirty="0" smtClean="0"/>
              <a:t>-não permite interação</a:t>
            </a:r>
          </a:p>
          <a:p>
            <a:endParaRPr lang="pt-BR" dirty="0" smtClean="0"/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Paginas Estáticas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Paginas Dinâmicas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Paginas </a:t>
            </a:r>
            <a:r>
              <a:rPr lang="pt-BR" dirty="0" err="1" smtClean="0"/>
              <a:t>Dinamicas</a:t>
            </a:r>
            <a:endParaRPr lang="pt-BR" dirty="0" smtClean="0"/>
          </a:p>
          <a:p>
            <a:r>
              <a:rPr lang="pt-BR" dirty="0" smtClean="0"/>
              <a:t>-ASP, ASPX, PHP, JSP, JSF</a:t>
            </a:r>
          </a:p>
          <a:p>
            <a:r>
              <a:rPr lang="pt-BR" dirty="0" smtClean="0"/>
              <a:t>-São programas que interagem com as requisições</a:t>
            </a:r>
          </a:p>
          <a:p>
            <a:r>
              <a:rPr lang="pt-BR" dirty="0" smtClean="0"/>
              <a:t> do cliente</a:t>
            </a:r>
          </a:p>
          <a:p>
            <a:r>
              <a:rPr lang="pt-BR" dirty="0" smtClean="0"/>
              <a:t>-Acessam BD e manipulam arquivos </a:t>
            </a:r>
          </a:p>
          <a:p>
            <a:r>
              <a:rPr lang="pt-BR" dirty="0" smtClean="0"/>
              <a:t>-o produto de sua execução são arquivos HTM</a:t>
            </a:r>
          </a:p>
          <a:p>
            <a:r>
              <a:rPr lang="pt-BR" dirty="0" smtClean="0"/>
              <a:t> personalizados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Páginas Dinâmicas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Outras Tecnologias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Conclusão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Atividade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142</TotalTime>
  <Words>198</Words>
  <Application>Microsoft Office PowerPoint</Application>
  <PresentationFormat>Apresentação na tela (4:3)</PresentationFormat>
  <Paragraphs>54</Paragraphs>
  <Slides>16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7" baseType="lpstr">
      <vt:lpstr>Mediano</vt:lpstr>
      <vt:lpstr>Conceitos</vt:lpstr>
      <vt:lpstr>O que é </vt:lpstr>
      <vt:lpstr>Evolução</vt:lpstr>
      <vt:lpstr>Vantagens</vt:lpstr>
      <vt:lpstr>Arquitetura</vt:lpstr>
      <vt:lpstr>Arquitetura</vt:lpstr>
      <vt:lpstr>Servidor de Aplicação</vt:lpstr>
      <vt:lpstr>Servidor de aplicação</vt:lpstr>
      <vt:lpstr>Páginas Estaticas</vt:lpstr>
      <vt:lpstr>Paginas Estáticas</vt:lpstr>
      <vt:lpstr>Paginas Dinâmicas</vt:lpstr>
      <vt:lpstr>Páginas Dinâmicas</vt:lpstr>
      <vt:lpstr>Outras Tecnologias</vt:lpstr>
      <vt:lpstr>Conclusão</vt:lpstr>
      <vt:lpstr>Atividade</vt:lpstr>
      <vt:lpstr>Slide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Conceitos</dc:title>
  <dc:creator>Professor</dc:creator>
  <cp:lastModifiedBy>professor</cp:lastModifiedBy>
  <cp:revision>19</cp:revision>
  <dcterms:created xsi:type="dcterms:W3CDTF">2013-07-27T11:35:22Z</dcterms:created>
  <dcterms:modified xsi:type="dcterms:W3CDTF">2014-02-01T11:04:13Z</dcterms:modified>
</cp:coreProperties>
</file>