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141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ACDE709-CED0-4A10-B1B7-4718A66B4008}" type="datetimeFigureOut">
              <a:rPr lang="en-US" smtClean="0"/>
              <a:t>4/25/2013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9D8DB6A-3953-4BE3-8167-13F261380981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google.com/p/jqueryjs/downloads/detail?name=jquery-1.2.6.j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google.com/p/jqueryjs/downloads/detail?name=jquery-1.2.6.min.j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JQUERY – Parte 1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Programação de Scripts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jQuery</a:t>
            </a:r>
            <a:r>
              <a:rPr lang="pt-BR" dirty="0" smtClean="0"/>
              <a:t> é uma excelente e leve biblioteca para desenvolvimento rápido de </a:t>
            </a:r>
            <a:r>
              <a:rPr lang="pt-BR" dirty="0" err="1" smtClean="0"/>
              <a:t>javascripts</a:t>
            </a:r>
            <a:r>
              <a:rPr lang="pt-BR" dirty="0" smtClean="0"/>
              <a:t> que interagem com sua página </a:t>
            </a:r>
            <a:r>
              <a:rPr lang="pt-BR" dirty="0" err="1" smtClean="0"/>
              <a:t>html</a:t>
            </a:r>
            <a:r>
              <a:rPr lang="pt-BR" dirty="0" smtClean="0"/>
              <a:t>, com ela podemos atribuir eventos, definir efeitos, alterar ou criar elementos na página, dentre diversas outras infinidades de ações. 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 </a:t>
            </a:r>
            <a:br>
              <a:rPr lang="pt-BR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Sem entrar em considerações teóricas mais profundas e usando uma linguagem despida de caráter técnico, a biblioteca </a:t>
            </a:r>
            <a:r>
              <a:rPr lang="pt-BR" dirty="0" err="1" smtClean="0"/>
              <a:t>jQuery</a:t>
            </a:r>
            <a:r>
              <a:rPr lang="pt-BR" dirty="0" smtClean="0"/>
              <a:t> se resume a um arquivo </a:t>
            </a:r>
            <a:r>
              <a:rPr lang="pt-BR" dirty="0" err="1" smtClean="0"/>
              <a:t>JavaScript</a:t>
            </a:r>
            <a:r>
              <a:rPr lang="pt-BR" dirty="0" smtClean="0"/>
              <a:t> gravado com a típica extensão </a:t>
            </a:r>
            <a:r>
              <a:rPr lang="pt-BR" b="1" dirty="0" smtClean="0"/>
              <a:t>.</a:t>
            </a:r>
            <a:r>
              <a:rPr lang="pt-BR" b="1" dirty="0" err="1" smtClean="0"/>
              <a:t>js</a:t>
            </a:r>
            <a:r>
              <a:rPr lang="pt-BR" dirty="0" smtClean="0"/>
              <a:t> cuja função é simplificar a sintaxe </a:t>
            </a:r>
            <a:r>
              <a:rPr lang="pt-BR" dirty="0" err="1" smtClean="0"/>
              <a:t>JavaScript</a:t>
            </a:r>
            <a:r>
              <a:rPr lang="pt-BR" dirty="0" smtClean="0"/>
              <a:t>.</a:t>
            </a:r>
          </a:p>
          <a:p>
            <a:r>
              <a:rPr lang="pt-BR" dirty="0" smtClean="0"/>
              <a:t>Veja dois exemplos de simplificação: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204864"/>
            <a:ext cx="7641453" cy="1499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smtClean="0"/>
              <a:t>Alerta:</a:t>
            </a:r>
            <a:r>
              <a:rPr lang="pt-BR" dirty="0" smtClean="0"/>
              <a:t> A sintaxe </a:t>
            </a:r>
            <a:r>
              <a:rPr lang="pt-BR" dirty="0" err="1" smtClean="0"/>
              <a:t>jQuery</a:t>
            </a:r>
            <a:r>
              <a:rPr lang="pt-BR" dirty="0" smtClean="0"/>
              <a:t> é própria, contudo no desenvolvimento com seu uso você pode usar a sintaxe formal </a:t>
            </a:r>
            <a:r>
              <a:rPr lang="pt-BR" dirty="0" err="1" smtClean="0"/>
              <a:t>JavaScript</a:t>
            </a:r>
            <a:r>
              <a:rPr lang="pt-BR" dirty="0" smtClean="0"/>
              <a:t> sempre que necessário. Por exemplo: </a:t>
            </a:r>
            <a:endParaRPr lang="pt-BR" dirty="0" smtClean="0"/>
          </a:p>
          <a:p>
            <a:r>
              <a:rPr lang="pt-BR" dirty="0" smtClean="0"/>
              <a:t>Não </a:t>
            </a:r>
            <a:r>
              <a:rPr lang="pt-BR" dirty="0" smtClean="0"/>
              <a:t>existe uma sintaxe </a:t>
            </a:r>
            <a:r>
              <a:rPr lang="pt-BR" dirty="0" err="1" smtClean="0"/>
              <a:t>jQuery</a:t>
            </a:r>
            <a:r>
              <a:rPr lang="pt-BR" dirty="0" smtClean="0"/>
              <a:t> específica para um </a:t>
            </a:r>
            <a:r>
              <a:rPr lang="pt-BR" dirty="0" err="1" smtClean="0"/>
              <a:t>pop-up</a:t>
            </a:r>
            <a:r>
              <a:rPr lang="pt-BR" dirty="0" smtClean="0"/>
              <a:t> de alerta, mas você pode usar o seu </a:t>
            </a:r>
            <a:r>
              <a:rPr lang="pt-BR" dirty="0" err="1" smtClean="0"/>
              <a:t>conhecidoalert</a:t>
            </a:r>
            <a:r>
              <a:rPr lang="pt-BR" dirty="0" smtClean="0"/>
              <a:t>("mensagem de alerta").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1" dirty="0" smtClean="0"/>
              <a:t>Quais as vantagens de usar </a:t>
            </a:r>
            <a:r>
              <a:rPr lang="pt-BR" b="1" i="1" dirty="0" err="1" smtClean="0"/>
              <a:t>jQuery</a:t>
            </a:r>
            <a:r>
              <a:rPr lang="pt-BR" b="1" i="1" dirty="0" smtClean="0"/>
              <a:t>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smtClean="0"/>
              <a:t>Acesso direto a qualquer componente do DOM, ou seja, não há necessidade de várias linhas de código para acessar determinados pontos no DOM.</a:t>
            </a:r>
          </a:p>
          <a:p>
            <a:r>
              <a:rPr lang="pt-BR" dirty="0" smtClean="0"/>
              <a:t>O uso de regras de estilo não sofre qualquer tipo de limitação devido as inconsistências dos navegadores. Mesmo os seletores CSS3 podem ser usados sem qualquer restrição.</a:t>
            </a:r>
          </a:p>
          <a:p>
            <a:r>
              <a:rPr lang="pt-BR" dirty="0" smtClean="0"/>
              <a:t>Manipulação de conteúdos, sem limitações, com algumas poucas linhas de código.</a:t>
            </a:r>
          </a:p>
          <a:p>
            <a:r>
              <a:rPr lang="pt-BR" dirty="0" smtClean="0"/>
              <a:t>Suporte para toda a gama de eventos de interação com o usuário sem limitações impostas pelos navegadores.</a:t>
            </a:r>
          </a:p>
          <a:p>
            <a:r>
              <a:rPr lang="pt-BR" dirty="0" smtClean="0"/>
              <a:t>Possibilidade de inserir uma grande variedade de efeitos de animação com uma simples linha de código.</a:t>
            </a:r>
          </a:p>
          <a:p>
            <a:r>
              <a:rPr lang="pt-BR" dirty="0" smtClean="0"/>
              <a:t>Uso simplificado e sem restrições com AJAX e linguagens de programação, como PHP e ASP.</a:t>
            </a:r>
          </a:p>
          <a:p>
            <a:r>
              <a:rPr lang="pt-BR" dirty="0" smtClean="0"/>
              <a:t>Simplificação na criação de scripts.</a:t>
            </a:r>
          </a:p>
          <a:p>
            <a:r>
              <a:rPr lang="pt-BR" dirty="0" smtClean="0"/>
              <a:t>Emprego </a:t>
            </a:r>
            <a:r>
              <a:rPr lang="pt-BR" dirty="0" err="1" smtClean="0"/>
              <a:t>cross-browser</a:t>
            </a:r>
            <a:r>
              <a:rPr lang="pt-BR" dirty="0" smtClean="0"/>
              <a:t>.</a:t>
            </a:r>
            <a:endParaRPr lang="pt-BR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dirty="0" smtClean="0"/>
              <a:t>Onde eu consigo o arquivo da biblioteca </a:t>
            </a:r>
            <a:r>
              <a:rPr lang="pt-BR" b="1" i="1" dirty="0" err="1" smtClean="0"/>
              <a:t>jQuery</a:t>
            </a:r>
            <a:r>
              <a:rPr lang="pt-BR" b="1" i="1" dirty="0" smtClean="0"/>
              <a:t>?</a:t>
            </a:r>
            <a:endParaRPr lang="pt-BR" b="1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err="1" smtClean="0"/>
              <a:t>jquery</a:t>
            </a:r>
            <a:r>
              <a:rPr lang="pt-BR" b="1" dirty="0" smtClean="0"/>
              <a:t>-1.2.6.</a:t>
            </a:r>
            <a:r>
              <a:rPr lang="pt-BR" b="1" dirty="0" err="1" smtClean="0"/>
              <a:t>js</a:t>
            </a:r>
            <a:r>
              <a:rPr lang="pt-BR" dirty="0" err="1" smtClean="0"/>
              <a:t>Trata-se</a:t>
            </a:r>
            <a:r>
              <a:rPr lang="pt-BR" dirty="0" smtClean="0"/>
              <a:t> de um arquivo </a:t>
            </a:r>
            <a:r>
              <a:rPr lang="pt-BR" dirty="0" err="1" smtClean="0"/>
              <a:t>JavaScript</a:t>
            </a:r>
            <a:r>
              <a:rPr lang="pt-BR" dirty="0" smtClean="0"/>
              <a:t> comentado e com espaçamento entre as linhas do código. Seu tamanho é de 97.8 </a:t>
            </a:r>
            <a:r>
              <a:rPr lang="pt-BR" dirty="0" err="1" smtClean="0"/>
              <a:t>KBFoi</a:t>
            </a:r>
            <a:r>
              <a:rPr lang="pt-BR" dirty="0" smtClean="0"/>
              <a:t> criado com a finalidade de poder ser facilmente lido e entendido por quem se disponha a estudá-lo com qualquer finalidade.Download em: </a:t>
            </a:r>
            <a:r>
              <a:rPr lang="pt-BR" dirty="0" smtClean="0">
                <a:hlinkClick r:id="rId2"/>
              </a:rPr>
              <a:t>http://code.google.com/p/jqueryjs/downloads/detail?</a:t>
            </a:r>
            <a:r>
              <a:rPr lang="pt-BR" dirty="0" err="1" smtClean="0">
                <a:hlinkClick r:id="rId2"/>
              </a:rPr>
              <a:t>name</a:t>
            </a:r>
            <a:r>
              <a:rPr lang="pt-BR" dirty="0" smtClean="0">
                <a:hlinkClick r:id="rId2"/>
              </a:rPr>
              <a:t>=</a:t>
            </a:r>
            <a:r>
              <a:rPr lang="pt-BR" dirty="0" err="1" smtClean="0">
                <a:hlinkClick r:id="rId2"/>
              </a:rPr>
              <a:t>jquery</a:t>
            </a:r>
            <a:r>
              <a:rPr lang="pt-BR" dirty="0" smtClean="0">
                <a:hlinkClick r:id="rId2"/>
              </a:rPr>
              <a:t>-1.2.6.</a:t>
            </a:r>
            <a:r>
              <a:rPr lang="pt-BR" dirty="0" err="1" smtClean="0">
                <a:hlinkClick r:id="rId2"/>
              </a:rPr>
              <a:t>js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 err="1" smtClean="0"/>
              <a:t>jquery</a:t>
            </a:r>
            <a:r>
              <a:rPr lang="pt-BR" b="1" dirty="0" smtClean="0"/>
              <a:t>-1.2.6.</a:t>
            </a:r>
            <a:r>
              <a:rPr lang="pt-BR" b="1" dirty="0" err="1" smtClean="0"/>
              <a:t>min.js</a:t>
            </a:r>
            <a:r>
              <a:rPr lang="pt-BR" dirty="0" err="1" smtClean="0"/>
              <a:t>Trata-</a:t>
            </a:r>
            <a:r>
              <a:rPr lang="pt-BR" dirty="0" smtClean="0"/>
              <a:t>se do mesmo arquivo </a:t>
            </a:r>
            <a:r>
              <a:rPr lang="pt-BR" dirty="0" err="1" smtClean="0"/>
              <a:t>JavaScript</a:t>
            </a:r>
            <a:r>
              <a:rPr lang="pt-BR" dirty="0" smtClean="0"/>
              <a:t> no qual foram retirados todos os espaçamento do código. Seu tamanho é de 54.5 </a:t>
            </a:r>
            <a:r>
              <a:rPr lang="pt-BR" dirty="0" err="1" smtClean="0"/>
              <a:t>KBé</a:t>
            </a:r>
            <a:r>
              <a:rPr lang="pt-BR" dirty="0" smtClean="0"/>
              <a:t> uma versão mais compacta que a versão anterior e é a recomendada para uso em desenvolvimento e hospedagem definitiva para o site no ar. Use esta versão nos seus projetos.Download em: </a:t>
            </a:r>
            <a:r>
              <a:rPr lang="pt-BR" dirty="0" smtClean="0">
                <a:hlinkClick r:id="rId2"/>
              </a:rPr>
              <a:t>http://code.google.com/p/jqueryjs/downloads/detail?</a:t>
            </a:r>
            <a:r>
              <a:rPr lang="pt-BR" dirty="0" err="1" smtClean="0">
                <a:hlinkClick r:id="rId2"/>
              </a:rPr>
              <a:t>name</a:t>
            </a:r>
            <a:r>
              <a:rPr lang="pt-BR" dirty="0" smtClean="0">
                <a:hlinkClick r:id="rId2"/>
              </a:rPr>
              <a:t>=</a:t>
            </a:r>
            <a:r>
              <a:rPr lang="pt-BR" dirty="0" err="1" smtClean="0">
                <a:hlinkClick r:id="rId2"/>
              </a:rPr>
              <a:t>jquery</a:t>
            </a:r>
            <a:r>
              <a:rPr lang="pt-BR" dirty="0" smtClean="0">
                <a:hlinkClick r:id="rId2"/>
              </a:rPr>
              <a:t>-1.2.6.</a:t>
            </a:r>
            <a:r>
              <a:rPr lang="pt-BR" dirty="0" err="1" smtClean="0">
                <a:hlinkClick r:id="rId2"/>
              </a:rPr>
              <a:t>min.js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dirty="0" smtClean="0"/>
              <a:t>Como eu instalo a biblioteca </a:t>
            </a:r>
            <a:r>
              <a:rPr lang="pt-BR" b="1" i="1" dirty="0" err="1" smtClean="0"/>
              <a:t>jQuery</a:t>
            </a:r>
            <a:r>
              <a:rPr lang="pt-BR" b="1" i="1" dirty="0" smtClean="0"/>
              <a:t>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 biblioteca </a:t>
            </a:r>
            <a:r>
              <a:rPr lang="pt-BR" dirty="0" err="1" smtClean="0"/>
              <a:t>jQuery</a:t>
            </a:r>
            <a:r>
              <a:rPr lang="pt-BR" dirty="0" smtClean="0"/>
              <a:t> não requer instalação. Por se tratar de um arquivo </a:t>
            </a:r>
            <a:r>
              <a:rPr lang="pt-BR" dirty="0" err="1" smtClean="0"/>
              <a:t>JavaScript</a:t>
            </a:r>
            <a:r>
              <a:rPr lang="pt-BR" dirty="0" smtClean="0"/>
              <a:t> formal, basta que você crie um link para o arquivo, na seção </a:t>
            </a:r>
            <a:r>
              <a:rPr lang="pt-BR" dirty="0" err="1" smtClean="0"/>
              <a:t>head</a:t>
            </a:r>
            <a:r>
              <a:rPr lang="pt-BR" dirty="0" smtClean="0"/>
              <a:t> do documento onde o script irá rodar, tal como faz com qualquer arquivo </a:t>
            </a:r>
            <a:r>
              <a:rPr lang="pt-BR" dirty="0" err="1" smtClean="0"/>
              <a:t>JavaScript</a:t>
            </a:r>
            <a:r>
              <a:rPr lang="pt-BR" dirty="0" smtClean="0"/>
              <a:t> tradicional.</a:t>
            </a:r>
          </a:p>
          <a:p>
            <a:r>
              <a:rPr lang="pt-BR" dirty="0" smtClean="0"/>
              <a:t>Supondo que você fez o download e descompactou a versão mini da biblioteca, crie o link como mostrado a seguir: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dirty="0" smtClean="0"/>
              <a:t>Como eu instalo a biblioteca </a:t>
            </a:r>
            <a:r>
              <a:rPr lang="pt-BR" b="1" i="1" dirty="0" err="1" smtClean="0"/>
              <a:t>jQuery</a:t>
            </a:r>
            <a:r>
              <a:rPr lang="pt-BR" b="1" i="1" dirty="0" smtClean="0"/>
              <a:t>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&lt;</a:t>
            </a:r>
            <a:r>
              <a:rPr lang="en-US" dirty="0" smtClean="0"/>
              <a:t>script type="text/</a:t>
            </a:r>
            <a:r>
              <a:rPr lang="en-US" dirty="0" err="1" smtClean="0"/>
              <a:t>javascript</a:t>
            </a:r>
            <a:r>
              <a:rPr lang="en-US" dirty="0" smtClean="0"/>
              <a:t>" </a:t>
            </a:r>
            <a:r>
              <a:rPr lang="en-US" dirty="0" err="1" smtClean="0"/>
              <a:t>src</a:t>
            </a:r>
            <a:r>
              <a:rPr lang="en-US" dirty="0" smtClean="0"/>
              <a:t>="../jquery-1.2.6.mini.js"&gt;&lt;/script&gt;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Sintaxe do </a:t>
            </a:r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 smtClean="0"/>
              <a:t>A sintaxe </a:t>
            </a:r>
            <a:r>
              <a:rPr lang="pt-BR" dirty="0" err="1" smtClean="0"/>
              <a:t>jQuery</a:t>
            </a:r>
            <a:r>
              <a:rPr lang="pt-BR" dirty="0" smtClean="0"/>
              <a:t> é feito sob medida para selecionar elementos HTML e realizar alguma ação no elemento </a:t>
            </a:r>
            <a:r>
              <a:rPr lang="pt-BR" dirty="0" smtClean="0"/>
              <a:t>s.</a:t>
            </a:r>
          </a:p>
          <a:p>
            <a:r>
              <a:rPr lang="en-US" dirty="0" smtClean="0"/>
              <a:t>A </a:t>
            </a:r>
            <a:r>
              <a:rPr lang="en-US" dirty="0" err="1" smtClean="0"/>
              <a:t>sintaze</a:t>
            </a:r>
            <a:r>
              <a:rPr lang="en-US" dirty="0" smtClean="0"/>
              <a:t> </a:t>
            </a:r>
            <a:r>
              <a:rPr lang="en-US" dirty="0" err="1" smtClean="0"/>
              <a:t>basica</a:t>
            </a:r>
            <a:r>
              <a:rPr lang="en-US" dirty="0" smtClean="0"/>
              <a:t> é: </a:t>
            </a:r>
            <a:r>
              <a:rPr lang="en-US" dirty="0" smtClean="0"/>
              <a:t> </a:t>
            </a:r>
            <a:r>
              <a:rPr lang="en-US" b="1" dirty="0" smtClean="0"/>
              <a:t>$(</a:t>
            </a:r>
            <a:r>
              <a:rPr lang="en-US" b="1" i="1" dirty="0" smtClean="0"/>
              <a:t>selector</a:t>
            </a:r>
            <a:r>
              <a:rPr lang="en-US" b="1" dirty="0" smtClean="0"/>
              <a:t>).</a:t>
            </a:r>
            <a:r>
              <a:rPr lang="en-US" b="1" i="1" dirty="0" smtClean="0"/>
              <a:t>action</a:t>
            </a:r>
            <a:r>
              <a:rPr lang="en-US" b="1" dirty="0" smtClean="0"/>
              <a:t>()</a:t>
            </a:r>
            <a:endParaRPr lang="en-US" dirty="0" smtClean="0"/>
          </a:p>
          <a:p>
            <a:r>
              <a:rPr lang="en-US" dirty="0" smtClean="0"/>
              <a:t>O </a:t>
            </a:r>
            <a:r>
              <a:rPr lang="en-US" dirty="0" err="1" smtClean="0"/>
              <a:t>sinal</a:t>
            </a:r>
            <a:r>
              <a:rPr lang="en-US" dirty="0" smtClean="0"/>
              <a:t> </a:t>
            </a:r>
            <a:r>
              <a:rPr lang="en-US" dirty="0" smtClean="0"/>
              <a:t>$ </a:t>
            </a:r>
            <a:r>
              <a:rPr lang="en-US" dirty="0" smtClean="0"/>
              <a:t>define </a:t>
            </a:r>
            <a:r>
              <a:rPr lang="en-US" dirty="0" err="1" smtClean="0"/>
              <a:t>aceso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jequery</a:t>
            </a:r>
            <a:r>
              <a:rPr lang="en-US" dirty="0" smtClean="0"/>
              <a:t> </a:t>
            </a:r>
            <a:r>
              <a:rPr lang="en-US" dirty="0" err="1" smtClean="0"/>
              <a:t>jQuery</a:t>
            </a:r>
            <a:endParaRPr lang="en-US" dirty="0" smtClean="0"/>
          </a:p>
          <a:p>
            <a:r>
              <a:rPr lang="en-US" dirty="0" smtClean="0"/>
              <a:t>O  (</a:t>
            </a:r>
            <a:r>
              <a:rPr lang="en-US" i="1" dirty="0" err="1" smtClean="0"/>
              <a:t>seleção</a:t>
            </a:r>
            <a:r>
              <a:rPr lang="en-US" dirty="0" smtClean="0"/>
              <a:t>)  e </a:t>
            </a:r>
            <a:r>
              <a:rPr lang="en-US" dirty="0" err="1" smtClean="0"/>
              <a:t>usando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procurar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do HTML</a:t>
            </a:r>
            <a:endParaRPr lang="en-US" dirty="0" smtClean="0"/>
          </a:p>
          <a:p>
            <a:r>
              <a:rPr lang="en-US" dirty="0" smtClean="0"/>
              <a:t>O </a:t>
            </a:r>
            <a:r>
              <a:rPr lang="en-US" dirty="0" err="1" smtClean="0"/>
              <a:t>evento</a:t>
            </a:r>
            <a:r>
              <a:rPr lang="en-US" dirty="0" smtClean="0"/>
              <a:t> </a:t>
            </a:r>
            <a:r>
              <a:rPr lang="en-US" i="1" dirty="0" smtClean="0"/>
              <a:t>action</a:t>
            </a:r>
            <a:r>
              <a:rPr lang="en-US" dirty="0" smtClean="0"/>
              <a:t>() </a:t>
            </a:r>
            <a:r>
              <a:rPr lang="en-US" dirty="0" err="1" smtClean="0"/>
              <a:t>esta</a:t>
            </a:r>
            <a:r>
              <a:rPr lang="en-US" dirty="0" smtClean="0"/>
              <a:t> </a:t>
            </a:r>
            <a:r>
              <a:rPr lang="en-US" dirty="0" err="1" smtClean="0"/>
              <a:t>associado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metodo</a:t>
            </a:r>
            <a:endParaRPr lang="en-US" dirty="0" smtClean="0"/>
          </a:p>
          <a:p>
            <a:r>
              <a:rPr lang="en-US" dirty="0" err="1" smtClean="0"/>
              <a:t>Exemplos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$(this).hide()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o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corrente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$("p").hide()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</a:t>
            </a:r>
            <a:r>
              <a:rPr lang="en-US" dirty="0" err="1" smtClean="0"/>
              <a:t>todas</a:t>
            </a:r>
            <a:r>
              <a:rPr lang="en-US" dirty="0" smtClean="0"/>
              <a:t> as tags </a:t>
            </a:r>
            <a:r>
              <a:rPr lang="en-US" dirty="0" smtClean="0"/>
              <a:t>&lt;p</a:t>
            </a:r>
            <a:r>
              <a:rPr lang="en-US" dirty="0" smtClean="0"/>
              <a:t>&gt;.</a:t>
            </a:r>
            <a:endParaRPr lang="en-US" dirty="0" smtClean="0"/>
          </a:p>
          <a:p>
            <a:pPr lvl="1"/>
            <a:r>
              <a:rPr lang="en-US" dirty="0" smtClean="0"/>
              <a:t>$(".test").hide()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classe</a:t>
            </a:r>
            <a:r>
              <a:rPr lang="en-US" dirty="0" smtClean="0"/>
              <a:t>="</a:t>
            </a:r>
            <a:r>
              <a:rPr lang="en-US" dirty="0" smtClean="0"/>
              <a:t>test".</a:t>
            </a:r>
          </a:p>
          <a:p>
            <a:pPr lvl="1"/>
            <a:r>
              <a:rPr lang="en-US" dirty="0" smtClean="0"/>
              <a:t>$("#test").hide() </a:t>
            </a:r>
            <a:r>
              <a:rPr lang="en-US" dirty="0" smtClean="0"/>
              <a:t>– </a:t>
            </a:r>
            <a:r>
              <a:rPr lang="en-US" dirty="0" err="1" smtClean="0"/>
              <a:t>esconde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do </a:t>
            </a:r>
            <a:r>
              <a:rPr lang="en-US" dirty="0" smtClean="0"/>
              <a:t>id="test".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evento </a:t>
            </a:r>
            <a:r>
              <a:rPr lang="pt-BR" dirty="0" err="1" smtClean="0"/>
              <a:t>Document</a:t>
            </a:r>
            <a:r>
              <a:rPr lang="pt-BR" dirty="0" smtClean="0"/>
              <a:t> </a:t>
            </a:r>
            <a:r>
              <a:rPr lang="pt-BR" dirty="0" err="1" smtClean="0"/>
              <a:t>Ready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Isso é para evitar qualquer código </a:t>
            </a:r>
            <a:r>
              <a:rPr lang="pt-BR" dirty="0" err="1" smtClean="0"/>
              <a:t>jQuery</a:t>
            </a:r>
            <a:r>
              <a:rPr lang="pt-BR" dirty="0" smtClean="0"/>
              <a:t> seja executado antes que o documento é terminar de carregar</a:t>
            </a:r>
            <a:r>
              <a:rPr lang="pt-BR" dirty="0" smtClean="0"/>
              <a:t>.</a:t>
            </a:r>
            <a:endParaRPr lang="pt-BR" dirty="0" smtClean="0"/>
          </a:p>
          <a:p>
            <a:r>
              <a:rPr lang="pt-BR" dirty="0" smtClean="0"/>
              <a:t>É uma boa prática para aguardar o documento para ser </a:t>
            </a:r>
            <a:r>
              <a:rPr lang="pt-BR" dirty="0" smtClean="0"/>
              <a:t>completamente </a:t>
            </a:r>
            <a:r>
              <a:rPr lang="pt-BR" dirty="0" smtClean="0"/>
              <a:t>carregados e prontos antes de trabalhar com ele. Isso também permite </a:t>
            </a:r>
            <a:r>
              <a:rPr lang="pt-BR" dirty="0" smtClean="0"/>
              <a:t>que </a:t>
            </a:r>
            <a:r>
              <a:rPr lang="pt-BR" dirty="0" smtClean="0"/>
              <a:t>você tenha seu código </a:t>
            </a:r>
            <a:r>
              <a:rPr lang="pt-BR" dirty="0" err="1" smtClean="0"/>
              <a:t>JavaScript</a:t>
            </a:r>
            <a:r>
              <a:rPr lang="pt-BR" dirty="0" smtClean="0"/>
              <a:t> antes do corpo do documento, </a:t>
            </a:r>
            <a:r>
              <a:rPr lang="pt-BR" dirty="0" smtClean="0"/>
              <a:t>na </a:t>
            </a:r>
            <a:r>
              <a:rPr lang="pt-BR" dirty="0" smtClean="0"/>
              <a:t>seção da cabeça.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evento </a:t>
            </a:r>
            <a:r>
              <a:rPr lang="pt-BR" dirty="0" err="1" smtClean="0"/>
              <a:t>Document</a:t>
            </a:r>
            <a:r>
              <a:rPr lang="pt-BR" dirty="0" smtClean="0"/>
              <a:t> </a:t>
            </a:r>
            <a:r>
              <a:rPr lang="pt-BR" dirty="0" err="1" smtClean="0"/>
              <a:t>Ready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$(function(){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  </a:t>
            </a:r>
            <a:r>
              <a:rPr lang="en-US" i="1" dirty="0" smtClean="0"/>
              <a:t>// </a:t>
            </a:r>
            <a:r>
              <a:rPr lang="en-US" i="1" dirty="0" err="1" smtClean="0"/>
              <a:t>jQuery</a:t>
            </a:r>
            <a:r>
              <a:rPr lang="en-US" i="1" dirty="0" smtClean="0"/>
              <a:t> methods go here...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 </a:t>
            </a:r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Seletores </a:t>
            </a:r>
            <a:r>
              <a:rPr lang="pt-BR" dirty="0" err="1" smtClean="0"/>
              <a:t>jQuery</a:t>
            </a:r>
            <a:r>
              <a:rPr lang="pt-BR" dirty="0" smtClean="0"/>
              <a:t> é uma das partes mais importantes da biblioteca </a:t>
            </a:r>
            <a:r>
              <a:rPr lang="pt-BR" dirty="0" err="1" smtClean="0"/>
              <a:t>jQuery</a:t>
            </a:r>
            <a:r>
              <a:rPr lang="pt-BR" dirty="0" smtClean="0"/>
              <a:t>.</a:t>
            </a:r>
          </a:p>
          <a:p>
            <a:r>
              <a:rPr lang="pt-BR" dirty="0" smtClean="0"/>
              <a:t>Seletores de consulta permitem selecionar e manipular elementos HTML (s</a:t>
            </a:r>
            <a:r>
              <a:rPr lang="pt-BR" dirty="0" smtClean="0"/>
              <a:t>).</a:t>
            </a:r>
            <a:endParaRPr lang="pt-BR" dirty="0" smtClean="0"/>
          </a:p>
          <a:p>
            <a:r>
              <a:rPr lang="pt-BR" dirty="0" smtClean="0"/>
              <a:t>Com seletores </a:t>
            </a:r>
            <a:r>
              <a:rPr lang="pt-BR" dirty="0" err="1" smtClean="0"/>
              <a:t>jQuery</a:t>
            </a:r>
            <a:r>
              <a:rPr lang="pt-BR" dirty="0" smtClean="0"/>
              <a:t> você pode encontrar elementos com base em sua ID, classes, tipos, atributos, valores de atributos e muito mais. É com base nos seletores CSS existentes, e, além disso, tem alguns próprios seletores personalizados.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 </a:t>
            </a:r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Todos os tipos de seletores em </a:t>
            </a:r>
            <a:r>
              <a:rPr lang="pt-BR" dirty="0" err="1" smtClean="0"/>
              <a:t>jQuery</a:t>
            </a:r>
            <a:r>
              <a:rPr lang="pt-BR" dirty="0" smtClean="0"/>
              <a:t>, </a:t>
            </a:r>
            <a:r>
              <a:rPr lang="pt-BR" dirty="0" smtClean="0"/>
              <a:t>começam </a:t>
            </a:r>
            <a:r>
              <a:rPr lang="pt-BR" dirty="0" smtClean="0"/>
              <a:t>com o sinal de dólar e parênteses: $ </a:t>
            </a:r>
            <a:r>
              <a:rPr lang="pt-BR" dirty="0" smtClean="0"/>
              <a:t>().</a:t>
            </a:r>
          </a:p>
          <a:p>
            <a:r>
              <a:rPr lang="pt-BR" dirty="0" smtClean="0"/>
              <a:t>SELETOR POR TIPO DE ELEMENTO</a:t>
            </a:r>
          </a:p>
          <a:p>
            <a:pPr lvl="1"/>
            <a:r>
              <a:rPr lang="pt-BR" dirty="0" smtClean="0"/>
              <a:t>elementos </a:t>
            </a:r>
            <a:r>
              <a:rPr lang="pt-BR" dirty="0" smtClean="0"/>
              <a:t>com base em seus nomes de marca.</a:t>
            </a:r>
          </a:p>
          <a:p>
            <a:pPr lvl="1"/>
            <a:r>
              <a:rPr lang="pt-BR" dirty="0" smtClean="0"/>
              <a:t>Você </a:t>
            </a:r>
            <a:r>
              <a:rPr lang="pt-BR" dirty="0" smtClean="0"/>
              <a:t>pode selecionar </a:t>
            </a:r>
            <a:r>
              <a:rPr lang="pt-BR" dirty="0" smtClean="0"/>
              <a:t>todas </a:t>
            </a:r>
            <a:r>
              <a:rPr lang="pt-BR" dirty="0" smtClean="0"/>
              <a:t>os </a:t>
            </a:r>
            <a:r>
              <a:rPr lang="pt-BR" dirty="0" smtClean="0"/>
              <a:t>TAGS </a:t>
            </a:r>
            <a:r>
              <a:rPr lang="pt-BR" dirty="0" smtClean="0"/>
              <a:t>&lt;p&gt; em uma página como </a:t>
            </a:r>
            <a:r>
              <a:rPr lang="pt-BR" dirty="0" smtClean="0"/>
              <a:t>esta.</a:t>
            </a:r>
          </a:p>
          <a:p>
            <a:pPr lvl="1"/>
            <a:r>
              <a:rPr lang="en-US" dirty="0" smtClean="0"/>
              <a:t>$("p</a:t>
            </a:r>
            <a:r>
              <a:rPr lang="en-US" dirty="0" smtClean="0"/>
              <a:t>")</a:t>
            </a:r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 </a:t>
            </a:r>
            <a:r>
              <a:rPr lang="pt-BR" dirty="0" err="1" smtClean="0"/>
              <a:t>JQuery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Quando um usuário clica em um botão, todos os elementos &lt;p&gt; será oculto</a:t>
            </a:r>
            <a:r>
              <a:rPr lang="pt-BR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$(</a:t>
            </a:r>
            <a:r>
              <a:rPr lang="en-US" dirty="0" smtClean="0"/>
              <a:t>document).ready(function(){</a:t>
            </a:r>
            <a:br>
              <a:rPr lang="en-US" dirty="0" smtClean="0"/>
            </a:br>
            <a:r>
              <a:rPr lang="en-US" dirty="0" smtClean="0"/>
              <a:t>  $("button").click(function(){</a:t>
            </a:r>
            <a:br>
              <a:rPr lang="en-US" dirty="0" smtClean="0"/>
            </a:br>
            <a:r>
              <a:rPr lang="en-US" dirty="0" smtClean="0"/>
              <a:t>    $("p").hide();</a:t>
            </a:r>
            <a:br>
              <a:rPr lang="en-US" dirty="0" smtClean="0"/>
            </a:br>
            <a:r>
              <a:rPr lang="en-US" dirty="0" smtClean="0"/>
              <a:t>  });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smtClean="0"/>
              <a:t>#</a:t>
            </a:r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</a:t>
            </a:r>
            <a:r>
              <a:rPr lang="pt-BR" dirty="0" err="1" smtClean="0"/>
              <a:t>jQuery</a:t>
            </a:r>
            <a:r>
              <a:rPr lang="pt-BR" dirty="0" smtClean="0"/>
              <a:t> seletor # id usa o atributo id de uma </a:t>
            </a:r>
            <a:r>
              <a:rPr lang="pt-BR" dirty="0" err="1" smtClean="0"/>
              <a:t>tag</a:t>
            </a:r>
            <a:r>
              <a:rPr lang="pt-BR" dirty="0" smtClean="0"/>
              <a:t> HTML para encontrar o elemento específico</a:t>
            </a:r>
            <a:r>
              <a:rPr lang="pt-BR" dirty="0" smtClean="0"/>
              <a:t>.</a:t>
            </a:r>
            <a:endParaRPr lang="pt-BR" dirty="0" smtClean="0"/>
          </a:p>
          <a:p>
            <a:r>
              <a:rPr lang="pt-BR" dirty="0" smtClean="0"/>
              <a:t>Uma id deve ser único dentro de uma página, então você deve usar o seletor # id quando você quiser encontrar um elemento único, exclusivo</a:t>
            </a:r>
            <a:r>
              <a:rPr lang="pt-BR" dirty="0" smtClean="0"/>
              <a:t>.</a:t>
            </a:r>
            <a:endParaRPr lang="pt-BR" dirty="0" smtClean="0"/>
          </a:p>
          <a:p>
            <a:r>
              <a:rPr lang="pt-BR" dirty="0" smtClean="0"/>
              <a:t>Para encontrar um elemento com um id específico, escrever um </a:t>
            </a:r>
            <a:r>
              <a:rPr lang="pt-BR" dirty="0" err="1" smtClean="0"/>
              <a:t>caracter</a:t>
            </a:r>
            <a:r>
              <a:rPr lang="pt-BR" dirty="0" smtClean="0"/>
              <a:t>, seguido do ID do elemento</a:t>
            </a:r>
            <a:r>
              <a:rPr lang="pt-BR" dirty="0" smtClean="0"/>
              <a:t>:</a:t>
            </a:r>
          </a:p>
          <a:p>
            <a:endParaRPr lang="pt-BR" dirty="0" smtClean="0"/>
          </a:p>
          <a:p>
            <a:r>
              <a:rPr lang="en-US" dirty="0" smtClean="0"/>
              <a:t>$("#test")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#id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Quando um usuário clica em um botão, o elemento com id = "teste" será escondido:</a:t>
            </a:r>
            <a:endParaRPr lang="pt-BR" dirty="0" smtClean="0"/>
          </a:p>
          <a:p>
            <a:r>
              <a:rPr lang="en-US" dirty="0" smtClean="0"/>
              <a:t>$(document).ready(function(){</a:t>
            </a:r>
            <a:br>
              <a:rPr lang="en-US" dirty="0" smtClean="0"/>
            </a:br>
            <a:r>
              <a:rPr lang="en-US" dirty="0" smtClean="0"/>
              <a:t>  $("button").click(function(){</a:t>
            </a:r>
            <a:br>
              <a:rPr lang="en-US" dirty="0" smtClean="0"/>
            </a:br>
            <a:r>
              <a:rPr lang="en-US" dirty="0" smtClean="0"/>
              <a:t>    $("#test").hide();</a:t>
            </a:r>
            <a:br>
              <a:rPr lang="en-US" dirty="0" smtClean="0"/>
            </a:br>
            <a:r>
              <a:rPr lang="en-US" dirty="0" smtClean="0"/>
              <a:t>  });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seletor por .Classe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seletor de classe </a:t>
            </a:r>
            <a:r>
              <a:rPr lang="pt-BR" dirty="0" err="1" smtClean="0"/>
              <a:t>jQuery</a:t>
            </a:r>
            <a:r>
              <a:rPr lang="pt-BR" dirty="0" smtClean="0"/>
              <a:t> encontra elementos com uma classe específica</a:t>
            </a:r>
            <a:r>
              <a:rPr lang="pt-BR" dirty="0" smtClean="0"/>
              <a:t>.</a:t>
            </a:r>
          </a:p>
          <a:p>
            <a:r>
              <a:rPr lang="en-US" dirty="0" smtClean="0"/>
              <a:t>$(".test</a:t>
            </a:r>
            <a:r>
              <a:rPr lang="en-US" dirty="0" smtClean="0"/>
              <a:t>")</a:t>
            </a:r>
          </a:p>
          <a:p>
            <a:r>
              <a:rPr lang="pt-BR" dirty="0" smtClean="0"/>
              <a:t>Exemplo</a:t>
            </a:r>
          </a:p>
          <a:p>
            <a:r>
              <a:rPr lang="en-US" dirty="0" smtClean="0"/>
              <a:t>$(document).ready(function(){</a:t>
            </a:r>
            <a:br>
              <a:rPr lang="en-US" dirty="0" smtClean="0"/>
            </a:br>
            <a:r>
              <a:rPr lang="en-US" dirty="0" smtClean="0"/>
              <a:t>  $("button").click(function(){</a:t>
            </a:r>
            <a:br>
              <a:rPr lang="en-US" dirty="0" smtClean="0"/>
            </a:br>
            <a:r>
              <a:rPr lang="en-US" dirty="0" smtClean="0"/>
              <a:t>    $(".test").hide();</a:t>
            </a:r>
            <a:br>
              <a:rPr lang="en-US" dirty="0" smtClean="0"/>
            </a:br>
            <a:r>
              <a:rPr lang="en-US" dirty="0" smtClean="0"/>
              <a:t>  });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 smtClean="0"/>
          </a:p>
          <a:p>
            <a:pPr>
              <a:buNone/>
            </a:pPr>
            <a:endParaRPr lang="pt-BR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Mais exemplos de 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$("*")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endParaRPr lang="en-US" dirty="0" smtClean="0"/>
          </a:p>
          <a:p>
            <a:r>
              <a:rPr lang="en-US" dirty="0" smtClean="0"/>
              <a:t>$(this</a:t>
            </a:r>
            <a:r>
              <a:rPr lang="en-US" dirty="0" smtClean="0"/>
              <a:t>) </a:t>
            </a:r>
            <a:r>
              <a:rPr lang="en-US" dirty="0" err="1" smtClean="0"/>
              <a:t>seleciona</a:t>
            </a:r>
            <a:r>
              <a:rPr lang="en-US" dirty="0" smtClean="0"/>
              <a:t> o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atual</a:t>
            </a:r>
            <a:endParaRPr lang="en-US" dirty="0" smtClean="0"/>
          </a:p>
          <a:p>
            <a:r>
              <a:rPr lang="en-US" dirty="0" smtClean="0"/>
              <a:t>$("</a:t>
            </a:r>
            <a:r>
              <a:rPr lang="en-US" dirty="0" err="1" smtClean="0"/>
              <a:t>p.intro</a:t>
            </a:r>
            <a:r>
              <a:rPr lang="en-US" dirty="0" smtClean="0"/>
              <a:t>") </a:t>
            </a:r>
            <a:r>
              <a:rPr lang="en-US" dirty="0" err="1" smtClean="0"/>
              <a:t>seleciona</a:t>
            </a:r>
            <a:r>
              <a:rPr lang="en-US" dirty="0" smtClean="0"/>
              <a:t> a tag P </a:t>
            </a:r>
            <a:r>
              <a:rPr lang="en-US" dirty="0" err="1" smtClean="0"/>
              <a:t>asssociao</a:t>
            </a:r>
            <a:r>
              <a:rPr lang="en-US" dirty="0" smtClean="0"/>
              <a:t> com a </a:t>
            </a:r>
            <a:r>
              <a:rPr lang="en-US" dirty="0" err="1" smtClean="0"/>
              <a:t>classe</a:t>
            </a:r>
            <a:r>
              <a:rPr lang="en-US" dirty="0" smtClean="0"/>
              <a:t> intro</a:t>
            </a:r>
          </a:p>
          <a:p>
            <a:r>
              <a:rPr lang="en-US" dirty="0" smtClean="0"/>
              <a:t>$("p:first</a:t>
            </a:r>
            <a:r>
              <a:rPr lang="en-US" dirty="0" smtClean="0"/>
              <a:t>") </a:t>
            </a:r>
            <a:r>
              <a:rPr lang="en-US" dirty="0" err="1" smtClean="0"/>
              <a:t>seleciona</a:t>
            </a:r>
            <a:r>
              <a:rPr lang="en-US" dirty="0" smtClean="0"/>
              <a:t> a </a:t>
            </a:r>
            <a:r>
              <a:rPr lang="en-US" dirty="0" err="1" smtClean="0"/>
              <a:t>primeira</a:t>
            </a:r>
            <a:r>
              <a:rPr lang="en-US" dirty="0" smtClean="0"/>
              <a:t> tag P</a:t>
            </a:r>
            <a:endParaRPr lang="en-US" u="sng" dirty="0" smtClean="0"/>
          </a:p>
          <a:p>
            <a:r>
              <a:rPr lang="en-US" dirty="0" smtClean="0"/>
              <a:t>$("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li:first</a:t>
            </a:r>
            <a:r>
              <a:rPr lang="en-US" dirty="0" smtClean="0"/>
              <a:t>") </a:t>
            </a:r>
            <a:r>
              <a:rPr lang="en-US" dirty="0" err="1" smtClean="0"/>
              <a:t>seleciona</a:t>
            </a:r>
            <a:r>
              <a:rPr lang="en-US" dirty="0" smtClean="0"/>
              <a:t> a </a:t>
            </a:r>
            <a:r>
              <a:rPr lang="en-US" dirty="0" err="1" smtClean="0"/>
              <a:t>primeira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smtClean="0"/>
              <a:t>&lt;</a:t>
            </a:r>
            <a:r>
              <a:rPr lang="en-US" dirty="0" err="1" smtClean="0"/>
              <a:t>li</a:t>
            </a:r>
            <a:r>
              <a:rPr lang="en-US" dirty="0" smtClean="0"/>
              <a:t>&gt;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primeira</a:t>
            </a:r>
            <a:r>
              <a:rPr lang="en-US" dirty="0" smtClean="0"/>
              <a:t> tag </a:t>
            </a:r>
            <a:r>
              <a:rPr lang="en-US" dirty="0" smtClean="0"/>
              <a:t>&lt;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$("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li:first</a:t>
            </a:r>
            <a:r>
              <a:rPr lang="en-US" dirty="0" smtClean="0"/>
              <a:t>-child</a:t>
            </a:r>
            <a:r>
              <a:rPr lang="en-US" dirty="0" smtClean="0"/>
              <a:t>") </a:t>
            </a:r>
            <a:r>
              <a:rPr lang="en-US" dirty="0" err="1" smtClean="0"/>
              <a:t>seleciona</a:t>
            </a:r>
            <a:r>
              <a:rPr lang="en-US" dirty="0" smtClean="0"/>
              <a:t> o </a:t>
            </a:r>
            <a:r>
              <a:rPr lang="en-US" dirty="0" err="1" smtClean="0"/>
              <a:t>primeiro</a:t>
            </a:r>
            <a:r>
              <a:rPr lang="en-US" dirty="0" smtClean="0"/>
              <a:t> </a:t>
            </a:r>
            <a:r>
              <a:rPr lang="en-US" dirty="0" smtClean="0"/>
              <a:t>&lt;</a:t>
            </a:r>
            <a:r>
              <a:rPr lang="en-US" dirty="0" err="1" smtClean="0"/>
              <a:t>li</a:t>
            </a:r>
            <a:r>
              <a:rPr lang="en-US" dirty="0" smtClean="0"/>
              <a:t>&gt; </a:t>
            </a:r>
            <a:r>
              <a:rPr lang="en-US" dirty="0" smtClean="0"/>
              <a:t>de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&lt;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Mais exemplos de seletores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$("[</a:t>
            </a:r>
            <a:r>
              <a:rPr lang="en-US" dirty="0" err="1" smtClean="0"/>
              <a:t>href</a:t>
            </a:r>
            <a:r>
              <a:rPr lang="en-US" dirty="0" smtClean="0"/>
              <a:t>]") </a:t>
            </a:r>
            <a:r>
              <a:rPr lang="en-US" dirty="0" err="1" smtClean="0"/>
              <a:t>seleciona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com o </a:t>
            </a:r>
            <a:r>
              <a:rPr lang="en-US" dirty="0" err="1" smtClean="0"/>
              <a:t>atributo</a:t>
            </a:r>
            <a:r>
              <a:rPr lang="en-US" dirty="0" smtClean="0"/>
              <a:t> HREF</a:t>
            </a:r>
          </a:p>
          <a:p>
            <a:r>
              <a:rPr lang="en-US" dirty="0" smtClean="0"/>
              <a:t>$(":</a:t>
            </a:r>
            <a:r>
              <a:rPr lang="en-US" dirty="0" smtClean="0"/>
              <a:t>button </a:t>
            </a:r>
            <a:r>
              <a:rPr lang="en-US" dirty="0" err="1" smtClean="0"/>
              <a:t>seleciona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&lt;button</a:t>
            </a:r>
            <a:r>
              <a:rPr lang="en-US" dirty="0" smtClean="0"/>
              <a:t>&gt; </a:t>
            </a:r>
            <a:r>
              <a:rPr lang="en-US" dirty="0" err="1" smtClean="0"/>
              <a:t>elementos</a:t>
            </a:r>
            <a:r>
              <a:rPr lang="en-US" dirty="0" smtClean="0"/>
              <a:t> e </a:t>
            </a:r>
            <a:r>
              <a:rPr lang="en-US" dirty="0" smtClean="0"/>
              <a:t>&lt;input&gt;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objetos</a:t>
            </a:r>
            <a:r>
              <a:rPr lang="en-US" dirty="0" smtClean="0"/>
              <a:t> type</a:t>
            </a:r>
            <a:r>
              <a:rPr lang="en-US" dirty="0" smtClean="0"/>
              <a:t>="</a:t>
            </a:r>
            <a:r>
              <a:rPr lang="en-US" dirty="0" smtClean="0"/>
              <a:t>button“</a:t>
            </a:r>
          </a:p>
          <a:p>
            <a:r>
              <a:rPr lang="en-US" dirty="0" smtClean="0"/>
              <a:t>$("</a:t>
            </a:r>
            <a:r>
              <a:rPr lang="en-US" dirty="0" err="1" smtClean="0"/>
              <a:t>tr:even</a:t>
            </a:r>
            <a:r>
              <a:rPr lang="en-US" dirty="0" smtClean="0"/>
              <a:t>") </a:t>
            </a:r>
            <a:r>
              <a:rPr lang="en-US" dirty="0" err="1" smtClean="0"/>
              <a:t>seleciona</a:t>
            </a:r>
            <a:r>
              <a:rPr lang="en-US" dirty="0" smtClean="0"/>
              <a:t> </a:t>
            </a:r>
            <a:r>
              <a:rPr lang="en-US" dirty="0" err="1" smtClean="0"/>
              <a:t>todas</a:t>
            </a:r>
            <a:r>
              <a:rPr lang="en-US" dirty="0" smtClean="0"/>
              <a:t> as tags pares &lt;</a:t>
            </a:r>
            <a:r>
              <a:rPr lang="en-US" dirty="0" err="1" smtClean="0"/>
              <a:t>tr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$("</a:t>
            </a:r>
            <a:r>
              <a:rPr lang="en-US" dirty="0" err="1" smtClean="0"/>
              <a:t>tr:odd</a:t>
            </a:r>
            <a:r>
              <a:rPr lang="en-US" dirty="0" smtClean="0"/>
              <a:t>") </a:t>
            </a:r>
            <a:r>
              <a:rPr lang="en-US" dirty="0" err="1" smtClean="0"/>
              <a:t>seleciona</a:t>
            </a:r>
            <a:r>
              <a:rPr lang="en-US" dirty="0" smtClean="0"/>
              <a:t> </a:t>
            </a:r>
            <a:r>
              <a:rPr lang="en-US" dirty="0" err="1" smtClean="0"/>
              <a:t>todas</a:t>
            </a:r>
            <a:r>
              <a:rPr lang="en-US" dirty="0" smtClean="0"/>
              <a:t> as tags </a:t>
            </a:r>
            <a:r>
              <a:rPr lang="en-US" dirty="0" err="1" smtClean="0"/>
              <a:t>impares</a:t>
            </a:r>
            <a:r>
              <a:rPr lang="en-US" dirty="0" smtClean="0"/>
              <a:t> &lt;</a:t>
            </a:r>
            <a:r>
              <a:rPr lang="en-US" dirty="0" err="1" smtClean="0"/>
              <a:t>tr</a:t>
            </a:r>
            <a:r>
              <a:rPr lang="en-US" dirty="0" smtClean="0"/>
              <a:t>&gt;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e Métodos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jQuery</a:t>
            </a:r>
            <a:r>
              <a:rPr lang="pt-BR" dirty="0" smtClean="0"/>
              <a:t> é feito sob medida para responder a eventos em uma página HTML</a:t>
            </a:r>
            <a:r>
              <a:rPr lang="pt-BR" dirty="0" smtClean="0"/>
              <a:t>.</a:t>
            </a:r>
          </a:p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eventos</a:t>
            </a:r>
            <a:r>
              <a:rPr lang="en-US" dirty="0" smtClean="0"/>
              <a:t>?	</a:t>
            </a:r>
          </a:p>
          <a:p>
            <a:pPr lvl="1"/>
            <a:r>
              <a:rPr lang="pt-BR" dirty="0" smtClean="0"/>
              <a:t>Todas as ações do diferente do visitante que uma página web pode responder são chamados de eventos</a:t>
            </a:r>
            <a:r>
              <a:rPr lang="pt-BR" dirty="0" smtClean="0"/>
              <a:t>.</a:t>
            </a:r>
            <a:endParaRPr lang="pt-BR" dirty="0" smtClean="0"/>
          </a:p>
          <a:p>
            <a:pPr lvl="1"/>
            <a:r>
              <a:rPr lang="pt-BR" dirty="0" smtClean="0"/>
              <a:t>Um evento representa o exato momento em que algo acontece.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e Métodos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3800" y="3086100"/>
            <a:ext cx="69913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Sintaxe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Em </a:t>
            </a:r>
            <a:r>
              <a:rPr lang="pt-BR" dirty="0" err="1" smtClean="0"/>
              <a:t>jQuery</a:t>
            </a:r>
            <a:r>
              <a:rPr lang="pt-BR" dirty="0" smtClean="0"/>
              <a:t>, eventos mais DOM tem um método </a:t>
            </a:r>
            <a:r>
              <a:rPr lang="pt-BR" dirty="0" err="1" smtClean="0"/>
              <a:t>jQuery</a:t>
            </a:r>
            <a:r>
              <a:rPr lang="pt-BR" dirty="0" smtClean="0"/>
              <a:t> equivalente.</a:t>
            </a:r>
          </a:p>
          <a:p>
            <a:r>
              <a:rPr lang="pt-BR" dirty="0" smtClean="0"/>
              <a:t>Para </a:t>
            </a:r>
            <a:r>
              <a:rPr lang="pt-BR" dirty="0" smtClean="0"/>
              <a:t>atribuir um evento de clique para todos os parágrafos em uma página, você pode fazer isso</a:t>
            </a:r>
            <a:r>
              <a:rPr lang="pt-BR" dirty="0" smtClean="0"/>
              <a:t>:</a:t>
            </a:r>
          </a:p>
          <a:p>
            <a:endParaRPr lang="pt-BR" dirty="0" smtClean="0"/>
          </a:p>
          <a:p>
            <a:r>
              <a:rPr lang="en-US" dirty="0" smtClean="0"/>
              <a:t>$("p").click</a:t>
            </a:r>
            <a:r>
              <a:rPr lang="en-US" dirty="0" smtClean="0"/>
              <a:t>();</a:t>
            </a:r>
          </a:p>
          <a:p>
            <a:endParaRPr lang="pt-BR" dirty="0" smtClean="0"/>
          </a:p>
          <a:p>
            <a:r>
              <a:rPr lang="en-US" dirty="0" smtClean="0"/>
              <a:t>$("p").click(function(){</a:t>
            </a:r>
            <a:br>
              <a:rPr lang="en-US" dirty="0" smtClean="0"/>
            </a:br>
            <a:r>
              <a:rPr lang="en-US" dirty="0" smtClean="0"/>
              <a:t>  // action goes here!!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click</a:t>
            </a:r>
            <a:r>
              <a:rPr lang="en-US" b="1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click</a:t>
            </a:r>
            <a:r>
              <a:rPr lang="pt-BR" dirty="0" smtClean="0"/>
              <a:t> () atribui uma função de manipulador de eventos a um elemento HTML.</a:t>
            </a:r>
          </a:p>
          <a:p>
            <a:pPr lvl="1"/>
            <a:r>
              <a:rPr lang="pt-BR" dirty="0" smtClean="0"/>
              <a:t>A </a:t>
            </a:r>
            <a:r>
              <a:rPr lang="pt-BR" dirty="0" smtClean="0"/>
              <a:t>função é executada quando o usuário clica no elemento HTML.</a:t>
            </a:r>
          </a:p>
          <a:p>
            <a:pPr lvl="1"/>
            <a:r>
              <a:rPr lang="pt-BR" dirty="0" smtClean="0"/>
              <a:t>O </a:t>
            </a:r>
            <a:r>
              <a:rPr lang="pt-BR" dirty="0" smtClean="0"/>
              <a:t>exemplo a seguir diz: Quando um evento de clique dispara em um elemento &lt;p&gt;; ocultar o elemento &lt;p&gt; atual: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$("p").click(function(){</a:t>
            </a:r>
            <a:br>
              <a:rPr lang="en-US" dirty="0" smtClean="0"/>
            </a:br>
            <a:r>
              <a:rPr lang="en-US" dirty="0" smtClean="0"/>
              <a:t>  $(this).hide();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dblclick</a:t>
            </a:r>
            <a:r>
              <a:rPr lang="en-US" b="1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dbclick</a:t>
            </a:r>
            <a:r>
              <a:rPr lang="pt-BR" dirty="0" smtClean="0"/>
              <a:t> () atribui uma função de manipulador de eventos a um elemento HTML</a:t>
            </a:r>
            <a:r>
              <a:rPr lang="pt-BR" dirty="0" smtClean="0"/>
              <a:t>.</a:t>
            </a:r>
            <a:endParaRPr lang="pt-BR" dirty="0" smtClean="0"/>
          </a:p>
          <a:p>
            <a:pPr lvl="1"/>
            <a:r>
              <a:rPr lang="pt-BR" dirty="0" smtClean="0"/>
              <a:t>A função é executada quando o usuário clica duas vezes no elemento HTML</a:t>
            </a:r>
            <a:r>
              <a:rPr lang="pt-BR" dirty="0" smtClean="0"/>
              <a:t>:</a:t>
            </a:r>
          </a:p>
          <a:p>
            <a:pPr lvl="1"/>
            <a:r>
              <a:rPr lang="en-US" dirty="0" smtClean="0"/>
              <a:t>$("p").</a:t>
            </a:r>
            <a:r>
              <a:rPr lang="en-US" dirty="0" err="1" smtClean="0"/>
              <a:t>dblclick</a:t>
            </a:r>
            <a:r>
              <a:rPr lang="en-US" dirty="0" smtClean="0"/>
              <a:t>(function(){</a:t>
            </a:r>
            <a:br>
              <a:rPr lang="en-US" dirty="0" smtClean="0"/>
            </a:br>
            <a:r>
              <a:rPr lang="en-US" dirty="0" smtClean="0"/>
              <a:t>  $(this).hide();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mouseenter</a:t>
            </a:r>
            <a:r>
              <a:rPr lang="en-US" b="1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mouseenter</a:t>
            </a:r>
            <a:r>
              <a:rPr lang="pt-BR" dirty="0" smtClean="0"/>
              <a:t> () atribui uma função de manipulador de eventos a um elemento HTML</a:t>
            </a:r>
            <a:r>
              <a:rPr lang="pt-BR" dirty="0" smtClean="0"/>
              <a:t>.</a:t>
            </a:r>
            <a:endParaRPr lang="pt-BR" dirty="0" smtClean="0"/>
          </a:p>
          <a:p>
            <a:pPr lvl="1"/>
            <a:r>
              <a:rPr lang="pt-BR" dirty="0" smtClean="0"/>
              <a:t>A função é executada quando o ponteiro do mouse entra o elemento HTML</a:t>
            </a:r>
            <a:r>
              <a:rPr lang="pt-BR" dirty="0" smtClean="0"/>
              <a:t>:</a:t>
            </a:r>
          </a:p>
          <a:p>
            <a:pPr lvl="1"/>
            <a:r>
              <a:rPr lang="en-US" dirty="0" smtClean="0"/>
              <a:t>$("#p1").</a:t>
            </a:r>
            <a:r>
              <a:rPr lang="en-US" dirty="0" err="1" smtClean="0"/>
              <a:t>mouseenter</a:t>
            </a:r>
            <a:r>
              <a:rPr lang="en-US" dirty="0" smtClean="0"/>
              <a:t>(function(){</a:t>
            </a:r>
            <a:br>
              <a:rPr lang="en-US" dirty="0" smtClean="0"/>
            </a:br>
            <a:r>
              <a:rPr lang="en-US" dirty="0" smtClean="0"/>
              <a:t>  alert("You entered p1!");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mouseleave</a:t>
            </a:r>
            <a:r>
              <a:rPr lang="en-US" b="1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mouseleave</a:t>
            </a:r>
            <a:r>
              <a:rPr lang="pt-BR" dirty="0" smtClean="0"/>
              <a:t> () atribui uma função de manipulador de eventos a um elemento HTML</a:t>
            </a:r>
            <a:r>
              <a:rPr lang="pt-BR" dirty="0" smtClean="0"/>
              <a:t>.</a:t>
            </a:r>
            <a:endParaRPr lang="pt-BR" dirty="0" smtClean="0"/>
          </a:p>
          <a:p>
            <a:pPr lvl="1"/>
            <a:r>
              <a:rPr lang="pt-BR" dirty="0" smtClean="0"/>
              <a:t>A função é executada quando o ponteiro do mouse deixa o </a:t>
            </a:r>
            <a:r>
              <a:rPr lang="pt-BR" dirty="0" smtClean="0"/>
              <a:t>elemento </a:t>
            </a:r>
            <a:r>
              <a:rPr lang="pt-BR" dirty="0" smtClean="0"/>
              <a:t>HTML</a:t>
            </a:r>
            <a:r>
              <a:rPr lang="pt-BR" dirty="0" smtClean="0"/>
              <a:t>:</a:t>
            </a:r>
          </a:p>
          <a:p>
            <a:pPr lvl="1"/>
            <a:r>
              <a:rPr lang="en-US" dirty="0" smtClean="0"/>
              <a:t>$("#p1").</a:t>
            </a:r>
            <a:r>
              <a:rPr lang="en-US" dirty="0" err="1" smtClean="0"/>
              <a:t>mouseleave</a:t>
            </a:r>
            <a:r>
              <a:rPr lang="en-US" dirty="0" smtClean="0"/>
              <a:t>(function(){</a:t>
            </a:r>
            <a:br>
              <a:rPr lang="en-US" dirty="0" smtClean="0"/>
            </a:br>
            <a:r>
              <a:rPr lang="en-US" dirty="0" smtClean="0"/>
              <a:t>  alert("Bye! You now leave p1!");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mousedown</a:t>
            </a:r>
            <a:r>
              <a:rPr lang="en-US" b="1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mousedown</a:t>
            </a:r>
            <a:r>
              <a:rPr lang="pt-BR" dirty="0" smtClean="0"/>
              <a:t> () atribui uma função de manipulador de eventos a um elemento HTML</a:t>
            </a:r>
            <a:r>
              <a:rPr lang="pt-BR" dirty="0" smtClean="0"/>
              <a:t>.</a:t>
            </a:r>
            <a:endParaRPr lang="pt-BR" dirty="0" smtClean="0"/>
          </a:p>
          <a:p>
            <a:pPr lvl="1"/>
            <a:r>
              <a:rPr lang="pt-BR" dirty="0" smtClean="0"/>
              <a:t>A função é executada quando o botão esquerdo do mouse é pressionado para baixo, enquanto o mouse está sobre o elemento HTML</a:t>
            </a:r>
            <a:r>
              <a:rPr lang="pt-BR" dirty="0" smtClean="0"/>
              <a:t>:</a:t>
            </a:r>
          </a:p>
          <a:p>
            <a:pPr lvl="1"/>
            <a:r>
              <a:rPr lang="en-US" dirty="0" smtClean="0"/>
              <a:t>$("#p1").</a:t>
            </a:r>
            <a:r>
              <a:rPr lang="en-US" dirty="0" err="1" smtClean="0"/>
              <a:t>mousedown</a:t>
            </a:r>
            <a:r>
              <a:rPr lang="en-US" dirty="0" smtClean="0"/>
              <a:t>(function(){</a:t>
            </a:r>
            <a:br>
              <a:rPr lang="en-US" dirty="0" smtClean="0"/>
            </a:br>
            <a:r>
              <a:rPr lang="en-US" dirty="0" smtClean="0"/>
              <a:t>  alert("Mouse down over p1!");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mouseup</a:t>
            </a:r>
            <a:r>
              <a:rPr lang="en-US" b="1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mouseup</a:t>
            </a:r>
            <a:r>
              <a:rPr lang="pt-BR" dirty="0" smtClean="0"/>
              <a:t> () atribui uma função de manipulador de eventos a um elemento HTML</a:t>
            </a:r>
            <a:r>
              <a:rPr lang="pt-BR" dirty="0" smtClean="0"/>
              <a:t>.</a:t>
            </a:r>
            <a:endParaRPr lang="pt-BR" dirty="0" smtClean="0"/>
          </a:p>
          <a:p>
            <a:pPr lvl="1"/>
            <a:r>
              <a:rPr lang="pt-BR" dirty="0" smtClean="0"/>
              <a:t>A função é executada quando o botão esquerdo do mouse é liberado, enquanto o mouse está sobre o elemento HTML</a:t>
            </a:r>
            <a:r>
              <a:rPr lang="pt-BR" dirty="0" smtClean="0"/>
              <a:t>:</a:t>
            </a:r>
          </a:p>
          <a:p>
            <a:pPr lvl="1"/>
            <a:r>
              <a:rPr lang="en-US" dirty="0" smtClean="0"/>
              <a:t>$("#p1").</a:t>
            </a:r>
            <a:r>
              <a:rPr lang="en-US" dirty="0" err="1" smtClean="0"/>
              <a:t>mouseup</a:t>
            </a:r>
            <a:r>
              <a:rPr lang="en-US" dirty="0" smtClean="0"/>
              <a:t>(function(){</a:t>
            </a:r>
            <a:br>
              <a:rPr lang="en-US" dirty="0" smtClean="0"/>
            </a:br>
            <a:r>
              <a:rPr lang="en-US" dirty="0" smtClean="0"/>
              <a:t>  alert("Mouse up over p1!");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hover</a:t>
            </a:r>
            <a:r>
              <a:rPr lang="en-US" b="1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hover</a:t>
            </a:r>
            <a:r>
              <a:rPr lang="pt-BR" dirty="0" smtClean="0"/>
              <a:t>() </a:t>
            </a:r>
            <a:r>
              <a:rPr lang="pt-BR" dirty="0" smtClean="0"/>
              <a:t>leva duas funções e é uma combinação das </a:t>
            </a:r>
            <a:r>
              <a:rPr lang="pt-BR" dirty="0" err="1" smtClean="0"/>
              <a:t>mouseenter</a:t>
            </a:r>
            <a:r>
              <a:rPr lang="pt-BR" dirty="0" smtClean="0"/>
              <a:t> () e </a:t>
            </a:r>
            <a:r>
              <a:rPr lang="pt-BR" dirty="0" err="1" smtClean="0"/>
              <a:t>mouseleave</a:t>
            </a:r>
            <a:r>
              <a:rPr lang="pt-BR" dirty="0" smtClean="0"/>
              <a:t> () métodos</a:t>
            </a:r>
            <a:r>
              <a:rPr lang="pt-BR" dirty="0" smtClean="0"/>
              <a:t>.</a:t>
            </a:r>
            <a:endParaRPr lang="pt-BR" dirty="0" smtClean="0"/>
          </a:p>
          <a:p>
            <a:pPr lvl="1"/>
            <a:r>
              <a:rPr lang="pt-BR" dirty="0" smtClean="0"/>
              <a:t>A primeira função é executada quando o mouse entra o elemento HTML, </a:t>
            </a:r>
            <a:r>
              <a:rPr lang="pt-BR" dirty="0" err="1" smtClean="0"/>
              <a:t>ea</a:t>
            </a:r>
            <a:r>
              <a:rPr lang="pt-BR" dirty="0" smtClean="0"/>
              <a:t> segunda função é executada quando o mouse deixa o elemento HTML</a:t>
            </a:r>
            <a:r>
              <a:rPr lang="pt-BR" dirty="0" smtClean="0"/>
              <a:t>:</a:t>
            </a:r>
          </a:p>
          <a:p>
            <a:pPr lvl="1"/>
            <a:r>
              <a:rPr lang="en-US" dirty="0" smtClean="0"/>
              <a:t>$("#p1").hover(function(){</a:t>
            </a:r>
            <a:br>
              <a:rPr lang="en-US" dirty="0" smtClean="0"/>
            </a:br>
            <a:r>
              <a:rPr lang="en-US" dirty="0" smtClean="0"/>
              <a:t>  alert("You entered p1!");</a:t>
            </a:r>
            <a:br>
              <a:rPr lang="en-US" dirty="0" smtClean="0"/>
            </a:br>
            <a:r>
              <a:rPr lang="en-US" dirty="0" smtClean="0"/>
              <a:t>  },</a:t>
            </a:r>
            <a:br>
              <a:rPr lang="en-US" dirty="0" smtClean="0"/>
            </a:br>
            <a:r>
              <a:rPr lang="en-US" dirty="0" smtClean="0"/>
              <a:t>  function(){</a:t>
            </a:r>
            <a:br>
              <a:rPr lang="en-US" dirty="0" smtClean="0"/>
            </a:br>
            <a:r>
              <a:rPr lang="en-US" dirty="0" smtClean="0"/>
              <a:t>  alert("Bye! You now leave p1!");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focus</a:t>
            </a:r>
            <a:r>
              <a:rPr lang="en-US" b="1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focus</a:t>
            </a:r>
            <a:r>
              <a:rPr lang="pt-BR" dirty="0" smtClean="0"/>
              <a:t> () atribui uma função de manipulador de eventos para um campo de formulário HTML</a:t>
            </a:r>
            <a:r>
              <a:rPr lang="pt-BR" dirty="0" smtClean="0"/>
              <a:t>.</a:t>
            </a:r>
            <a:endParaRPr lang="pt-BR" dirty="0" smtClean="0"/>
          </a:p>
          <a:p>
            <a:pPr lvl="1"/>
            <a:r>
              <a:rPr lang="pt-BR" dirty="0" smtClean="0"/>
              <a:t>A função é executada quando o campo de formulário recebe o foco</a:t>
            </a:r>
            <a:r>
              <a:rPr lang="pt-BR" dirty="0" smtClean="0"/>
              <a:t>:</a:t>
            </a:r>
          </a:p>
          <a:p>
            <a:pPr lvl="1"/>
            <a:r>
              <a:rPr lang="en-US" dirty="0" smtClean="0"/>
              <a:t>$("input").focus(function(){</a:t>
            </a:r>
            <a:br>
              <a:rPr lang="en-US" dirty="0" smtClean="0"/>
            </a:br>
            <a:r>
              <a:rPr lang="en-US" dirty="0" smtClean="0"/>
              <a:t>  $(this).</a:t>
            </a:r>
            <a:r>
              <a:rPr lang="en-US" dirty="0" err="1" smtClean="0"/>
              <a:t>css</a:t>
            </a:r>
            <a:r>
              <a:rPr lang="en-US" dirty="0" smtClean="0"/>
              <a:t>("background-color","#</a:t>
            </a:r>
            <a:r>
              <a:rPr lang="en-US" dirty="0" err="1" smtClean="0"/>
              <a:t>cccccc</a:t>
            </a:r>
            <a:r>
              <a:rPr lang="en-US" dirty="0" smtClean="0"/>
              <a:t>");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 mais comuns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blur</a:t>
            </a:r>
            <a:r>
              <a:rPr lang="en-US" b="1" dirty="0" smtClean="0"/>
              <a:t>()</a:t>
            </a:r>
          </a:p>
          <a:p>
            <a:pPr lvl="1"/>
            <a:r>
              <a:rPr lang="pt-BR" dirty="0" smtClean="0"/>
              <a:t>O método </a:t>
            </a:r>
            <a:r>
              <a:rPr lang="pt-BR" dirty="0" err="1" smtClean="0"/>
              <a:t>blur</a:t>
            </a:r>
            <a:r>
              <a:rPr lang="pt-BR" dirty="0" smtClean="0"/>
              <a:t> () atribui uma função de manipulador de eventos para um campo de formulário HTML</a:t>
            </a:r>
            <a:r>
              <a:rPr lang="pt-BR" dirty="0" smtClean="0"/>
              <a:t>.</a:t>
            </a:r>
            <a:endParaRPr lang="pt-BR" dirty="0" smtClean="0"/>
          </a:p>
          <a:p>
            <a:pPr lvl="1"/>
            <a:r>
              <a:rPr lang="pt-BR" dirty="0" smtClean="0"/>
              <a:t>A função é executada quando o campo de formulário perde o foco</a:t>
            </a:r>
            <a:r>
              <a:rPr lang="pt-BR" dirty="0" smtClean="0"/>
              <a:t>:</a:t>
            </a:r>
          </a:p>
          <a:p>
            <a:pPr lvl="1"/>
            <a:r>
              <a:rPr lang="en-US" dirty="0" smtClean="0"/>
              <a:t>$("input").blur(function(){</a:t>
            </a:r>
            <a:br>
              <a:rPr lang="en-US" dirty="0" smtClean="0"/>
            </a:br>
            <a:r>
              <a:rPr lang="en-US" dirty="0" smtClean="0"/>
              <a:t>  $(this).</a:t>
            </a:r>
            <a:r>
              <a:rPr lang="en-US" dirty="0" err="1" smtClean="0"/>
              <a:t>css</a:t>
            </a:r>
            <a:r>
              <a:rPr lang="en-US" dirty="0" smtClean="0"/>
              <a:t>("background-color","#</a:t>
            </a:r>
            <a:r>
              <a:rPr lang="en-US" dirty="0" err="1" smtClean="0"/>
              <a:t>ffffff</a:t>
            </a:r>
            <a:r>
              <a:rPr lang="en-US" dirty="0" smtClean="0"/>
              <a:t>");</a:t>
            </a:r>
            <a:br>
              <a:rPr lang="en-US" dirty="0" smtClean="0"/>
            </a:br>
            <a:r>
              <a:rPr lang="en-US" dirty="0" smtClean="0"/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104</TotalTime>
  <Words>1404</Words>
  <Application>Microsoft Office PowerPoint</Application>
  <PresentationFormat>Apresentação na tela (4:3)</PresentationFormat>
  <Paragraphs>140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Mediano</vt:lpstr>
      <vt:lpstr>JQUERY – Parte 1</vt:lpstr>
      <vt:lpstr>Slide 2</vt:lpstr>
      <vt:lpstr>Slide 3</vt:lpstr>
      <vt:lpstr>Slide 4</vt:lpstr>
      <vt:lpstr>Slide 5</vt:lpstr>
      <vt:lpstr>Quais as vantagens de usar jQuery?</vt:lpstr>
      <vt:lpstr>Onde eu consigo o arquivo da biblioteca jQuery?</vt:lpstr>
      <vt:lpstr>Slide 8</vt:lpstr>
      <vt:lpstr>Como eu instalo a biblioteca jQuery?</vt:lpstr>
      <vt:lpstr>Como eu instalo a biblioteca jQuery?</vt:lpstr>
      <vt:lpstr>Sintaxe do jquery</vt:lpstr>
      <vt:lpstr>O evento Document Ready</vt:lpstr>
      <vt:lpstr>O evento Document Ready</vt:lpstr>
      <vt:lpstr>Seletores JQuery</vt:lpstr>
      <vt:lpstr>Seletores JQuery</vt:lpstr>
      <vt:lpstr>Seletores JQuery</vt:lpstr>
      <vt:lpstr>O seletor por #id</vt:lpstr>
      <vt:lpstr>O seletor por #id</vt:lpstr>
      <vt:lpstr>O seletor por .Classe</vt:lpstr>
      <vt:lpstr>Mais exemplos de seletores</vt:lpstr>
      <vt:lpstr>Mais exemplos de seletores</vt:lpstr>
      <vt:lpstr>Eventos e Métodos</vt:lpstr>
      <vt:lpstr>Eventos e Métodos</vt:lpstr>
      <vt:lpstr>Sintaxe</vt:lpstr>
      <vt:lpstr>Eventos mais comuns</vt:lpstr>
      <vt:lpstr>Eventos mais comuns</vt:lpstr>
      <vt:lpstr>Eventos mais comuns</vt:lpstr>
      <vt:lpstr>Eventos mais comuns</vt:lpstr>
      <vt:lpstr>Eventos mais comuns</vt:lpstr>
      <vt:lpstr>Eventos mais comuns</vt:lpstr>
      <vt:lpstr>Eventos mais comuns</vt:lpstr>
      <vt:lpstr>Eventos mais comuns</vt:lpstr>
      <vt:lpstr>Eventos mais comuns</vt:lpstr>
      <vt:lpstr>Eventos mais comuns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 – Parte 1</dc:title>
  <dc:creator>Norton Barros Glaser</dc:creator>
  <cp:lastModifiedBy>Norton Barros Glaser</cp:lastModifiedBy>
  <cp:revision>28</cp:revision>
  <dcterms:created xsi:type="dcterms:W3CDTF">2013-04-25T16:54:42Z</dcterms:created>
  <dcterms:modified xsi:type="dcterms:W3CDTF">2013-04-25T18:38:42Z</dcterms:modified>
</cp:coreProperties>
</file>