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58" r:id="rId5"/>
    <p:sldId id="260" r:id="rId6"/>
    <p:sldId id="261" r:id="rId7"/>
    <p:sldId id="262" r:id="rId8"/>
    <p:sldId id="265" r:id="rId9"/>
    <p:sldId id="267" r:id="rId10"/>
    <p:sldId id="266" r:id="rId11"/>
    <p:sldId id="259" r:id="rId12"/>
    <p:sldId id="264" r:id="rId1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183" autoAdjust="0"/>
    <p:restoredTop sz="94660"/>
  </p:normalViewPr>
  <p:slideViewPr>
    <p:cSldViewPr>
      <p:cViewPr varScale="1">
        <p:scale>
          <a:sx n="86" d="100"/>
          <a:sy n="86" d="100"/>
        </p:scale>
        <p:origin x="-102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B1CF7A0D-7FF4-4F46-B081-A32AF4B8B65C}" type="datetimeFigureOut">
              <a:rPr lang="pt-BR" smtClean="0"/>
              <a:pPr/>
              <a:t>02/08/2014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02/08/2014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02/08/2014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CF7A0D-7FF4-4F46-B081-A32AF4B8B65C}" type="datetimeFigureOut">
              <a:rPr lang="pt-BR" smtClean="0"/>
              <a:pPr/>
              <a:t>02/08/2014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CF7A0D-7FF4-4F46-B081-A32AF4B8B65C}" type="datetimeFigureOut">
              <a:rPr lang="pt-BR" smtClean="0"/>
              <a:pPr/>
              <a:t>02/08/2014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02/08/2014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02/08/2014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02/08/2014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1CF7A0D-7FF4-4F46-B081-A32AF4B8B65C}" type="datetimeFigureOut">
              <a:rPr lang="pt-BR" smtClean="0"/>
              <a:pPr/>
              <a:t>02/08/2014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02/08/2014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B1CF7A0D-7FF4-4F46-B081-A32AF4B8B65C}" type="datetimeFigureOut">
              <a:rPr lang="pt-BR" smtClean="0"/>
              <a:pPr/>
              <a:t>02/08/2014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1CF7A0D-7FF4-4F46-B081-A32AF4B8B65C}" type="datetimeFigureOut">
              <a:rPr lang="pt-BR" smtClean="0"/>
              <a:pPr/>
              <a:t>02/08/2014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asp.net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orton.net.br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Programação WEB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Apresentação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Prof. Norton Glaser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Professor universitário desde 2005</a:t>
            </a:r>
          </a:p>
          <a:p>
            <a:r>
              <a:rPr lang="pt-BR" dirty="0" smtClean="0"/>
              <a:t>Ministra aulas na Fatec Ipiranga e Fatec SC desde 2012.</a:t>
            </a:r>
          </a:p>
          <a:p>
            <a:r>
              <a:rPr lang="pt-BR" dirty="0" smtClean="0"/>
              <a:t>Especialidade em programação, integração e web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Horários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Turma Noturna</a:t>
            </a:r>
          </a:p>
          <a:p>
            <a:pPr lvl="1"/>
            <a:r>
              <a:rPr lang="pt-BR" dirty="0" smtClean="0"/>
              <a:t>08:00 </a:t>
            </a:r>
            <a:r>
              <a:rPr lang="pt-BR" dirty="0" smtClean="0"/>
              <a:t>as </a:t>
            </a:r>
            <a:r>
              <a:rPr lang="pt-BR" dirty="0" smtClean="0"/>
              <a:t>11:40 </a:t>
            </a:r>
            <a:r>
              <a:rPr lang="pt-BR" dirty="0" smtClean="0"/>
              <a:t>– Chamada as </a:t>
            </a:r>
            <a:r>
              <a:rPr lang="pt-BR" dirty="0" smtClean="0"/>
              <a:t>09:10 </a:t>
            </a:r>
            <a:r>
              <a:rPr lang="pt-BR" dirty="0" err="1" smtClean="0"/>
              <a:t>hs</a:t>
            </a:r>
            <a:endParaRPr lang="pt-BR" dirty="0" smtClean="0"/>
          </a:p>
          <a:p>
            <a:pPr lvl="1"/>
            <a:r>
              <a:rPr lang="pt-BR" dirty="0" smtClean="0"/>
              <a:t>1 Aula  - </a:t>
            </a:r>
            <a:r>
              <a:rPr lang="pt-BR" dirty="0" smtClean="0"/>
              <a:t>Teórica</a:t>
            </a:r>
            <a:endParaRPr lang="pt-BR" dirty="0" smtClean="0"/>
          </a:p>
          <a:p>
            <a:pPr lvl="1"/>
            <a:r>
              <a:rPr lang="pt-BR" dirty="0" smtClean="0"/>
              <a:t>2 aula – </a:t>
            </a:r>
            <a:r>
              <a:rPr lang="pt-BR" dirty="0" smtClean="0"/>
              <a:t>Pratica</a:t>
            </a:r>
            <a:endParaRPr lang="pt-BR" dirty="0" smtClean="0"/>
          </a:p>
          <a:p>
            <a:pPr lvl="1"/>
            <a:endParaRPr lang="pt-BR" dirty="0" smtClean="0"/>
          </a:p>
          <a:p>
            <a:pPr lvl="1">
              <a:buNone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Avaliação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P</a:t>
            </a:r>
            <a:r>
              <a:rPr lang="pt-BR" dirty="0" smtClean="0"/>
              <a:t>1 </a:t>
            </a:r>
            <a:endParaRPr lang="pt-BR" dirty="0" smtClean="0"/>
          </a:p>
          <a:p>
            <a:pPr lvl="1"/>
            <a:r>
              <a:rPr lang="pt-BR" dirty="0" smtClean="0"/>
              <a:t>80 % Prova</a:t>
            </a:r>
          </a:p>
          <a:p>
            <a:pPr lvl="1"/>
            <a:r>
              <a:rPr lang="pt-BR" dirty="0" smtClean="0"/>
              <a:t>20 % atividades</a:t>
            </a:r>
            <a:endParaRPr lang="pt-BR" dirty="0" smtClean="0"/>
          </a:p>
          <a:p>
            <a:r>
              <a:rPr lang="pt-BR" dirty="0" smtClean="0"/>
              <a:t>P</a:t>
            </a:r>
            <a:r>
              <a:rPr lang="pt-BR" dirty="0" smtClean="0"/>
              <a:t>2 </a:t>
            </a:r>
            <a:endParaRPr lang="pt-BR" dirty="0" smtClean="0"/>
          </a:p>
          <a:p>
            <a:pPr lvl="1"/>
            <a:r>
              <a:rPr lang="pt-BR" dirty="0" smtClean="0"/>
              <a:t>80 </a:t>
            </a:r>
            <a:r>
              <a:rPr lang="pt-BR" smtClean="0"/>
              <a:t>% </a:t>
            </a:r>
            <a:r>
              <a:rPr lang="pt-BR" smtClean="0"/>
              <a:t>Prova</a:t>
            </a:r>
            <a:endParaRPr lang="pt-BR" dirty="0" smtClean="0"/>
          </a:p>
          <a:p>
            <a:pPr lvl="1"/>
            <a:r>
              <a:rPr lang="pt-BR" dirty="0" smtClean="0"/>
              <a:t>20 % atividades</a:t>
            </a:r>
          </a:p>
          <a:p>
            <a:r>
              <a:rPr lang="pt-BR" dirty="0" smtClean="0"/>
              <a:t>P</a:t>
            </a:r>
            <a:r>
              <a:rPr lang="pt-BR" dirty="0" smtClean="0"/>
              <a:t>3</a:t>
            </a:r>
            <a:endParaRPr lang="pt-BR" dirty="0" smtClean="0"/>
          </a:p>
          <a:p>
            <a:pPr lvl="1"/>
            <a:r>
              <a:rPr lang="pt-BR" dirty="0" smtClean="0"/>
              <a:t>Prova 100%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Ementa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Objetivo: Implementar aplicações WEB, em servidores.</a:t>
            </a:r>
          </a:p>
          <a:p>
            <a:r>
              <a:rPr lang="pt-BR" dirty="0" smtClean="0"/>
              <a:t>Ementa: Programação do lado servidor: conhecimento de uma linguagem e padrões. Controle de sessões, </a:t>
            </a:r>
            <a:r>
              <a:rPr lang="pt-BR" dirty="0" err="1" smtClean="0"/>
              <a:t>cookies</a:t>
            </a:r>
            <a:r>
              <a:rPr lang="pt-BR" dirty="0" smtClean="0"/>
              <a:t>, </a:t>
            </a:r>
            <a:r>
              <a:rPr lang="pt-BR" dirty="0" err="1" smtClean="0"/>
              <a:t>request</a:t>
            </a:r>
            <a:r>
              <a:rPr lang="pt-BR" dirty="0" smtClean="0"/>
              <a:t>/</a:t>
            </a:r>
            <a:r>
              <a:rPr lang="pt-BR" dirty="0" err="1" smtClean="0"/>
              <a:t>response</a:t>
            </a:r>
            <a:r>
              <a:rPr lang="pt-BR" dirty="0" smtClean="0"/>
              <a:t> e conexão com BD.</a:t>
            </a:r>
          </a:p>
          <a:p>
            <a:r>
              <a:rPr lang="pt-BR" dirty="0" smtClean="0"/>
              <a:t>Vulnerabilidades e prevenção.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Bibliografia Básica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BASHAM, Bryan. Use A Cabeça! </a:t>
            </a:r>
            <a:r>
              <a:rPr lang="pt-BR" dirty="0" err="1" smtClean="0"/>
              <a:t>Servlets</a:t>
            </a:r>
            <a:r>
              <a:rPr lang="pt-BR" dirty="0" smtClean="0"/>
              <a:t> e JSP.  Alta Books, 2008.</a:t>
            </a:r>
          </a:p>
          <a:p>
            <a:r>
              <a:rPr lang="pt-BR" dirty="0" smtClean="0"/>
              <a:t>KURNIAWAN, B. Java para Web com </a:t>
            </a:r>
            <a:r>
              <a:rPr lang="pt-BR" dirty="0" err="1" smtClean="0"/>
              <a:t>Servlets</a:t>
            </a:r>
            <a:r>
              <a:rPr lang="pt-BR" dirty="0" smtClean="0"/>
              <a:t>, JSP e EJB. São Paulo: Ciência Moderna, 2002.</a:t>
            </a:r>
          </a:p>
          <a:p>
            <a:r>
              <a:rPr lang="pt-BR" dirty="0" smtClean="0"/>
              <a:t>MCLAUGHLIN, B. Java </a:t>
            </a:r>
            <a:r>
              <a:rPr lang="pt-BR" dirty="0" err="1" smtClean="0"/>
              <a:t>And</a:t>
            </a:r>
            <a:r>
              <a:rPr lang="pt-BR" dirty="0" smtClean="0"/>
              <a:t> </a:t>
            </a:r>
            <a:r>
              <a:rPr lang="pt-BR" dirty="0" err="1" smtClean="0"/>
              <a:t>Xml</a:t>
            </a:r>
            <a:r>
              <a:rPr lang="pt-BR" dirty="0" smtClean="0"/>
              <a:t>. </a:t>
            </a:r>
            <a:r>
              <a:rPr lang="pt-BR" dirty="0" err="1" smtClean="0"/>
              <a:t>Oreilly</a:t>
            </a:r>
            <a:r>
              <a:rPr lang="pt-BR" dirty="0" smtClean="0"/>
              <a:t> &amp; </a:t>
            </a:r>
            <a:r>
              <a:rPr lang="pt-BR" dirty="0" err="1" smtClean="0"/>
              <a:t>Assoc</a:t>
            </a:r>
            <a:r>
              <a:rPr lang="pt-BR" dirty="0" smtClean="0"/>
              <a:t>, 2006.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Bibliografia Complementar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NARAMORE, E; GERNER, J; BORONCZYK, T. </a:t>
            </a:r>
            <a:r>
              <a:rPr lang="pt-BR" dirty="0" err="1" smtClean="0"/>
              <a:t>Beginning</a:t>
            </a:r>
            <a:r>
              <a:rPr lang="pt-BR" dirty="0" smtClean="0"/>
              <a:t> PHP 6, Apache, MYSQL 6 Web </a:t>
            </a:r>
            <a:r>
              <a:rPr lang="pt-BR" dirty="0" err="1" smtClean="0"/>
              <a:t>Development</a:t>
            </a:r>
            <a:r>
              <a:rPr lang="pt-BR" dirty="0" smtClean="0"/>
              <a:t>.  John </a:t>
            </a:r>
          </a:p>
          <a:p>
            <a:r>
              <a:rPr lang="pt-BR" dirty="0" err="1" smtClean="0"/>
              <a:t>Wiley</a:t>
            </a:r>
            <a:r>
              <a:rPr lang="pt-BR" dirty="0" smtClean="0"/>
              <a:t> </a:t>
            </a:r>
            <a:r>
              <a:rPr lang="pt-BR" dirty="0" err="1" smtClean="0"/>
              <a:t>Consumer</a:t>
            </a:r>
            <a:r>
              <a:rPr lang="pt-BR" dirty="0" smtClean="0"/>
              <a:t>, 2009.BORGES JR, M P. Desenvolvendo </a:t>
            </a:r>
            <a:r>
              <a:rPr lang="pt-BR" dirty="0" err="1" smtClean="0"/>
              <a:t>Webservices</a:t>
            </a:r>
            <a:r>
              <a:rPr lang="pt-BR" dirty="0" smtClean="0"/>
              <a:t> - Guia Rápido Usando Visual Studio.Net com Banco de dados </a:t>
            </a:r>
          </a:p>
          <a:p>
            <a:r>
              <a:rPr lang="pt-BR" dirty="0" smtClean="0"/>
              <a:t>Ciência Moderna, 2005.</a:t>
            </a:r>
          </a:p>
          <a:p>
            <a:r>
              <a:rPr lang="pt-BR" dirty="0" smtClean="0"/>
              <a:t>BORGES JR, M P. Programando em C#.Net Para Web - Guia Rápido Usando Visual Studio.Net 200</a:t>
            </a:r>
          </a:p>
          <a:p>
            <a:r>
              <a:rPr lang="pt-BR" dirty="0" smtClean="0"/>
              <a:t>Ciência Moderna, 2005.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Tópicos expostos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conceitos da arquitetura web</a:t>
            </a:r>
          </a:p>
          <a:p>
            <a:r>
              <a:rPr lang="pt-BR" dirty="0" err="1" smtClean="0"/>
              <a:t>Client</a:t>
            </a:r>
            <a:r>
              <a:rPr lang="pt-BR" dirty="0" smtClean="0"/>
              <a:t> </a:t>
            </a:r>
            <a:r>
              <a:rPr lang="pt-BR" dirty="0" err="1" smtClean="0"/>
              <a:t>Side</a:t>
            </a:r>
            <a:r>
              <a:rPr lang="pt-BR" dirty="0" smtClean="0"/>
              <a:t> </a:t>
            </a:r>
          </a:p>
          <a:p>
            <a:pPr lvl="1"/>
            <a:r>
              <a:rPr lang="pt-BR" dirty="0" err="1" smtClean="0"/>
              <a:t>Html</a:t>
            </a:r>
            <a:r>
              <a:rPr lang="pt-BR" dirty="0" smtClean="0"/>
              <a:t> e </a:t>
            </a:r>
            <a:r>
              <a:rPr lang="pt-BR" dirty="0" err="1" smtClean="0"/>
              <a:t>Css</a:t>
            </a:r>
            <a:endParaRPr lang="pt-BR" dirty="0" smtClean="0"/>
          </a:p>
          <a:p>
            <a:pPr lvl="1"/>
            <a:r>
              <a:rPr lang="pt-BR" dirty="0" err="1" smtClean="0"/>
              <a:t>Javascript</a:t>
            </a:r>
            <a:r>
              <a:rPr lang="pt-BR" dirty="0" smtClean="0"/>
              <a:t> e </a:t>
            </a:r>
            <a:r>
              <a:rPr lang="pt-BR" dirty="0" err="1" smtClean="0"/>
              <a:t>Jquery</a:t>
            </a:r>
            <a:endParaRPr lang="pt-BR" dirty="0" smtClean="0"/>
          </a:p>
          <a:p>
            <a:r>
              <a:rPr lang="pt-BR" dirty="0" smtClean="0"/>
              <a:t>Server </a:t>
            </a:r>
            <a:r>
              <a:rPr lang="pt-BR" dirty="0" err="1" smtClean="0"/>
              <a:t>Side</a:t>
            </a:r>
            <a:r>
              <a:rPr lang="pt-BR" dirty="0" smtClean="0"/>
              <a:t> </a:t>
            </a:r>
          </a:p>
          <a:p>
            <a:pPr lvl="1"/>
            <a:r>
              <a:rPr lang="pt-BR" dirty="0" err="1" smtClean="0"/>
              <a:t>Formularios</a:t>
            </a:r>
            <a:r>
              <a:rPr lang="pt-BR" dirty="0" smtClean="0"/>
              <a:t>,  objetos, atributos e eventos </a:t>
            </a:r>
          </a:p>
          <a:p>
            <a:pPr lvl="1"/>
            <a:r>
              <a:rPr lang="pt-BR" dirty="0" smtClean="0"/>
              <a:t>conceitos da linguagem de programação c#</a:t>
            </a:r>
          </a:p>
          <a:p>
            <a:pPr lvl="1"/>
            <a:r>
              <a:rPr lang="pt-BR" dirty="0" err="1" smtClean="0"/>
              <a:t>Request</a:t>
            </a:r>
            <a:r>
              <a:rPr lang="pt-BR" dirty="0" smtClean="0"/>
              <a:t>, </a:t>
            </a:r>
            <a:r>
              <a:rPr lang="pt-BR" dirty="0" err="1" smtClean="0"/>
              <a:t>Response</a:t>
            </a:r>
            <a:r>
              <a:rPr lang="pt-BR" dirty="0" smtClean="0"/>
              <a:t>, </a:t>
            </a:r>
            <a:r>
              <a:rPr lang="pt-BR" dirty="0" err="1" smtClean="0"/>
              <a:t>Session</a:t>
            </a:r>
            <a:r>
              <a:rPr lang="pt-BR" dirty="0" smtClean="0"/>
              <a:t> e Application</a:t>
            </a:r>
          </a:p>
          <a:p>
            <a:pPr lvl="1"/>
            <a:r>
              <a:rPr lang="pt-BR" dirty="0" smtClean="0"/>
              <a:t>Conexão com o banco de dados.</a:t>
            </a:r>
          </a:p>
          <a:p>
            <a:r>
              <a:rPr lang="pt-BR" dirty="0" smtClean="0"/>
              <a:t>Vulnerabilidades e estratégias </a:t>
            </a:r>
          </a:p>
          <a:p>
            <a:pPr>
              <a:buNone/>
            </a:pP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pt-BR" sz="1050" dirty="0" smtClean="0"/>
              <a:t>Programação Web</a:t>
            </a:r>
          </a:p>
          <a:p>
            <a:pPr>
              <a:buFont typeface="+mj-lt"/>
              <a:buAutoNum type="arabicPeriod"/>
            </a:pPr>
            <a:r>
              <a:rPr lang="pt-BR" sz="1050" dirty="0" smtClean="0"/>
              <a:t>Apresentação </a:t>
            </a:r>
            <a:r>
              <a:rPr lang="pt-BR" sz="1050" dirty="0" smtClean="0"/>
              <a:t>da disciplina, introdução aos conceitos de aplicação web, arquitetura e servidor de aplicação.</a:t>
            </a:r>
          </a:p>
          <a:p>
            <a:pPr>
              <a:buFont typeface="+mj-lt"/>
              <a:buAutoNum type="arabicPeriod"/>
            </a:pPr>
            <a:r>
              <a:rPr lang="pt-BR" sz="1050" dirty="0" smtClean="0"/>
              <a:t>Páginas </a:t>
            </a:r>
            <a:r>
              <a:rPr lang="pt-BR" sz="1050" dirty="0" smtClean="0"/>
              <a:t>Estáticas HTML</a:t>
            </a:r>
          </a:p>
          <a:p>
            <a:pPr>
              <a:buFont typeface="+mj-lt"/>
              <a:buAutoNum type="arabicPeriod"/>
            </a:pPr>
            <a:r>
              <a:rPr lang="pt-BR" sz="1050" dirty="0" smtClean="0"/>
              <a:t>CSS </a:t>
            </a:r>
            <a:r>
              <a:rPr lang="pt-BR" sz="1050" dirty="0" smtClean="0"/>
              <a:t>– folha de estilo</a:t>
            </a:r>
          </a:p>
          <a:p>
            <a:pPr>
              <a:buFont typeface="+mj-lt"/>
              <a:buAutoNum type="arabicPeriod"/>
            </a:pPr>
            <a:r>
              <a:rPr lang="pt-BR" sz="1050" dirty="0" smtClean="0"/>
              <a:t>CSS </a:t>
            </a:r>
            <a:r>
              <a:rPr lang="pt-BR" sz="1050" dirty="0" smtClean="0"/>
              <a:t>em cascata</a:t>
            </a:r>
          </a:p>
          <a:p>
            <a:pPr>
              <a:buFont typeface="+mj-lt"/>
              <a:buAutoNum type="arabicPeriod"/>
            </a:pPr>
            <a:r>
              <a:rPr lang="pt-BR" sz="1050" dirty="0" smtClean="0"/>
              <a:t>HTML5 </a:t>
            </a:r>
            <a:r>
              <a:rPr lang="pt-BR" sz="1050" dirty="0" smtClean="0"/>
              <a:t>e CSS3</a:t>
            </a:r>
          </a:p>
          <a:p>
            <a:pPr>
              <a:buFont typeface="+mj-lt"/>
              <a:buAutoNum type="arabicPeriod"/>
            </a:pPr>
            <a:r>
              <a:rPr lang="pt-BR" sz="1050" dirty="0" smtClean="0"/>
              <a:t>Conceitos </a:t>
            </a:r>
            <a:r>
              <a:rPr lang="pt-BR" sz="1050" dirty="0" smtClean="0"/>
              <a:t>de Páginas Dinâmicas,  apresentação da ferramenta Visual Studio</a:t>
            </a:r>
          </a:p>
          <a:p>
            <a:pPr>
              <a:buFont typeface="+mj-lt"/>
              <a:buAutoNum type="arabicPeriod"/>
            </a:pPr>
            <a:r>
              <a:rPr lang="pt-BR" sz="1050" dirty="0" smtClean="0"/>
              <a:t>Objetos</a:t>
            </a:r>
            <a:r>
              <a:rPr lang="pt-BR" sz="1050" dirty="0" smtClean="0"/>
              <a:t>, atributos e eventos com </a:t>
            </a:r>
            <a:r>
              <a:rPr lang="pt-BR" sz="1050" dirty="0" smtClean="0">
                <a:hlinkClick r:id="rId2"/>
              </a:rPr>
              <a:t>ASP.NET</a:t>
            </a:r>
            <a:endParaRPr lang="pt-BR" sz="1050" dirty="0" smtClean="0"/>
          </a:p>
          <a:p>
            <a:pPr>
              <a:buFont typeface="+mj-lt"/>
              <a:buAutoNum type="arabicPeriod"/>
            </a:pPr>
            <a:r>
              <a:rPr lang="pt-BR" sz="1050" dirty="0" smtClean="0"/>
              <a:t>Revisão </a:t>
            </a:r>
            <a:r>
              <a:rPr lang="pt-BR" sz="1050" dirty="0" smtClean="0"/>
              <a:t>P1 e Simulado</a:t>
            </a:r>
          </a:p>
          <a:p>
            <a:pPr>
              <a:buFont typeface="+mj-lt"/>
              <a:buAutoNum type="arabicPeriod"/>
            </a:pPr>
            <a:r>
              <a:rPr lang="pt-BR" sz="1050" dirty="0" smtClean="0"/>
              <a:t>Prova </a:t>
            </a:r>
            <a:r>
              <a:rPr lang="pt-BR" sz="1050" dirty="0" smtClean="0"/>
              <a:t>P1</a:t>
            </a:r>
          </a:p>
          <a:p>
            <a:pPr>
              <a:buFont typeface="+mj-lt"/>
              <a:buAutoNum type="arabicPeriod"/>
            </a:pPr>
            <a:r>
              <a:rPr lang="pt-BR" sz="1050" dirty="0" smtClean="0"/>
              <a:t>Vista </a:t>
            </a:r>
            <a:r>
              <a:rPr lang="pt-BR" sz="1050" dirty="0" smtClean="0"/>
              <a:t>de Prova P1,  Navegabilidade, </a:t>
            </a:r>
            <a:r>
              <a:rPr lang="pt-BR" sz="1050" dirty="0" err="1" smtClean="0"/>
              <a:t>Request</a:t>
            </a:r>
            <a:r>
              <a:rPr lang="pt-BR" sz="1050" dirty="0" smtClean="0"/>
              <a:t>, </a:t>
            </a:r>
            <a:r>
              <a:rPr lang="pt-BR" sz="1050" dirty="0" err="1" smtClean="0"/>
              <a:t>Response</a:t>
            </a:r>
            <a:r>
              <a:rPr lang="pt-BR" sz="1050" dirty="0" smtClean="0"/>
              <a:t>, </a:t>
            </a:r>
            <a:r>
              <a:rPr lang="pt-BR" sz="1050" dirty="0" err="1" smtClean="0"/>
              <a:t>Session</a:t>
            </a:r>
            <a:r>
              <a:rPr lang="pt-BR" sz="1050" dirty="0" smtClean="0"/>
              <a:t>, Application</a:t>
            </a:r>
          </a:p>
          <a:p>
            <a:pPr>
              <a:buFont typeface="+mj-lt"/>
              <a:buAutoNum type="arabicPeriod"/>
            </a:pPr>
            <a:r>
              <a:rPr lang="pt-BR" sz="1050" dirty="0" smtClean="0"/>
              <a:t>Validação </a:t>
            </a:r>
            <a:r>
              <a:rPr lang="pt-BR" sz="1050" dirty="0" smtClean="0"/>
              <a:t>de formulários e envio de e-mails</a:t>
            </a:r>
          </a:p>
          <a:p>
            <a:pPr>
              <a:buFont typeface="+mj-lt"/>
              <a:buAutoNum type="arabicPeriod"/>
            </a:pPr>
            <a:r>
              <a:rPr lang="pt-BR" sz="1050" dirty="0" smtClean="0"/>
              <a:t>Integração </a:t>
            </a:r>
            <a:r>
              <a:rPr lang="pt-BR" sz="1050" dirty="0" smtClean="0"/>
              <a:t>com BD – </a:t>
            </a:r>
            <a:r>
              <a:rPr lang="pt-BR" sz="1050" dirty="0" err="1" smtClean="0"/>
              <a:t>Create</a:t>
            </a:r>
            <a:r>
              <a:rPr lang="pt-BR" sz="1050" dirty="0" smtClean="0"/>
              <a:t> </a:t>
            </a:r>
            <a:r>
              <a:rPr lang="pt-BR" sz="1050" dirty="0" err="1" smtClean="0"/>
              <a:t>Read</a:t>
            </a:r>
            <a:r>
              <a:rPr lang="pt-BR" sz="1050" dirty="0" smtClean="0"/>
              <a:t> </a:t>
            </a:r>
            <a:r>
              <a:rPr lang="pt-BR" sz="1050" dirty="0" err="1" smtClean="0"/>
              <a:t>Update</a:t>
            </a:r>
            <a:r>
              <a:rPr lang="pt-BR" sz="1050" dirty="0" smtClean="0"/>
              <a:t> Delete</a:t>
            </a:r>
          </a:p>
          <a:p>
            <a:pPr>
              <a:buFont typeface="+mj-lt"/>
              <a:buAutoNum type="arabicPeriod"/>
            </a:pPr>
            <a:r>
              <a:rPr lang="pt-BR" sz="1050" dirty="0" smtClean="0"/>
              <a:t>Integração </a:t>
            </a:r>
            <a:r>
              <a:rPr lang="pt-BR" sz="1050" dirty="0" smtClean="0"/>
              <a:t>com BD – </a:t>
            </a:r>
            <a:r>
              <a:rPr lang="pt-BR" sz="1050" dirty="0" err="1" smtClean="0"/>
              <a:t>Bind</a:t>
            </a:r>
            <a:r>
              <a:rPr lang="pt-BR" sz="1050" dirty="0" smtClean="0"/>
              <a:t> de  Objetos</a:t>
            </a:r>
          </a:p>
          <a:p>
            <a:pPr>
              <a:buFont typeface="+mj-lt"/>
              <a:buAutoNum type="arabicPeriod"/>
            </a:pPr>
            <a:r>
              <a:rPr lang="pt-BR" sz="1050" dirty="0" smtClean="0"/>
              <a:t>Implementação </a:t>
            </a:r>
            <a:r>
              <a:rPr lang="pt-BR" sz="1050" dirty="0" smtClean="0"/>
              <a:t>de paradigma orientado a objetos a aplicações web</a:t>
            </a:r>
          </a:p>
          <a:p>
            <a:pPr>
              <a:buFont typeface="+mj-lt"/>
              <a:buAutoNum type="arabicPeriod"/>
            </a:pPr>
            <a:r>
              <a:rPr lang="pt-BR" sz="1050" dirty="0" smtClean="0"/>
              <a:t>Desenvolvimento </a:t>
            </a:r>
            <a:r>
              <a:rPr lang="pt-BR" sz="1050" dirty="0" smtClean="0"/>
              <a:t>de projeto aplicado em laboratório</a:t>
            </a:r>
          </a:p>
          <a:p>
            <a:pPr>
              <a:buFont typeface="+mj-lt"/>
              <a:buAutoNum type="arabicPeriod"/>
            </a:pPr>
            <a:r>
              <a:rPr lang="pt-BR" sz="1050" dirty="0" smtClean="0"/>
              <a:t>Revisão </a:t>
            </a:r>
            <a:r>
              <a:rPr lang="pt-BR" sz="1050" dirty="0" smtClean="0"/>
              <a:t>P2 e Simulado</a:t>
            </a:r>
          </a:p>
          <a:p>
            <a:pPr>
              <a:buFont typeface="+mj-lt"/>
              <a:buAutoNum type="arabicPeriod"/>
            </a:pPr>
            <a:r>
              <a:rPr lang="pt-BR" sz="1050" dirty="0" smtClean="0"/>
              <a:t>Prova </a:t>
            </a:r>
            <a:r>
              <a:rPr lang="pt-BR" sz="1050" dirty="0" smtClean="0"/>
              <a:t>P2</a:t>
            </a:r>
          </a:p>
          <a:p>
            <a:pPr>
              <a:buFont typeface="+mj-lt"/>
              <a:buAutoNum type="arabicPeriod"/>
            </a:pPr>
            <a:r>
              <a:rPr lang="pt-BR" sz="1050" dirty="0" smtClean="0"/>
              <a:t>Vista </a:t>
            </a:r>
            <a:r>
              <a:rPr lang="pt-BR" sz="1050" dirty="0" smtClean="0"/>
              <a:t>Prova P2 e Revisão para P3</a:t>
            </a:r>
          </a:p>
          <a:p>
            <a:pPr>
              <a:buFont typeface="+mj-lt"/>
              <a:buAutoNum type="arabicPeriod"/>
            </a:pPr>
            <a:r>
              <a:rPr lang="pt-BR" sz="1050" dirty="0" smtClean="0"/>
              <a:t>Prova P3</a:t>
            </a:r>
            <a:r>
              <a:rPr lang="pt-BR" sz="1050" dirty="0" smtClean="0"/>
              <a:t> </a:t>
            </a:r>
            <a:endParaRPr lang="pt-BR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6600" b="1" dirty="0" smtClean="0">
                <a:hlinkClick r:id="rId2"/>
              </a:rPr>
              <a:t>www.norton.net.br</a:t>
            </a:r>
            <a:endParaRPr lang="pt-BR" sz="6600" b="1" dirty="0" smtClean="0"/>
          </a:p>
          <a:p>
            <a:pPr lvl="1"/>
            <a:r>
              <a:rPr lang="pt-BR" sz="3200" b="1" dirty="0" smtClean="0"/>
              <a:t>Material</a:t>
            </a:r>
          </a:p>
          <a:p>
            <a:pPr lvl="1"/>
            <a:r>
              <a:rPr lang="pt-BR" sz="3200" b="1" dirty="0" smtClean="0"/>
              <a:t>Atividades</a:t>
            </a:r>
          </a:p>
          <a:p>
            <a:pPr lvl="1"/>
            <a:r>
              <a:rPr lang="pt-BR" sz="3200" b="1" dirty="0" smtClean="0"/>
              <a:t>Links</a:t>
            </a:r>
          </a:p>
          <a:p>
            <a:pPr lvl="1"/>
            <a:r>
              <a:rPr lang="pt-BR" sz="3200" b="1" dirty="0" smtClean="0"/>
              <a:t>Ferramentas</a:t>
            </a:r>
          </a:p>
          <a:p>
            <a:pPr lvl="1"/>
            <a:r>
              <a:rPr lang="pt-BR" sz="3200" b="1" dirty="0" smtClean="0"/>
              <a:t>Avisos</a:t>
            </a:r>
          </a:p>
          <a:p>
            <a:pPr lvl="1"/>
            <a:r>
              <a:rPr lang="pt-BR" sz="3200" b="1" dirty="0" smtClean="0"/>
              <a:t>Notas</a:t>
            </a:r>
            <a:endParaRPr lang="pt-B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Contato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4000" b="1" dirty="0" smtClean="0"/>
              <a:t>norton.glaser@fatec.sp.gov.br</a:t>
            </a:r>
          </a:p>
          <a:p>
            <a:pPr lvl="1"/>
            <a:r>
              <a:rPr lang="pt-BR" dirty="0" smtClean="0"/>
              <a:t>Duvidas</a:t>
            </a:r>
          </a:p>
          <a:p>
            <a:pPr lvl="1"/>
            <a:r>
              <a:rPr lang="pt-BR" dirty="0" smtClean="0"/>
              <a:t>Sugestões</a:t>
            </a:r>
          </a:p>
          <a:p>
            <a:pPr lvl="1"/>
            <a:r>
              <a:rPr lang="pt-BR" dirty="0" smtClean="0"/>
              <a:t>Criticas</a:t>
            </a:r>
          </a:p>
          <a:p>
            <a:pPr lvl="1"/>
            <a:r>
              <a:rPr lang="pt-BR" dirty="0" smtClean="0"/>
              <a:t>Envio de atividades e trabalhos</a:t>
            </a:r>
          </a:p>
          <a:p>
            <a:pPr lvl="1"/>
            <a:r>
              <a:rPr lang="pt-BR" dirty="0" smtClean="0"/>
              <a:t>Aviso prévio de ausência</a:t>
            </a:r>
          </a:p>
          <a:p>
            <a:pPr lvl="1"/>
            <a:r>
              <a:rPr lang="pt-BR" dirty="0" smtClean="0"/>
              <a:t>TCC</a:t>
            </a:r>
          </a:p>
          <a:p>
            <a:pPr>
              <a:buNone/>
            </a:pPr>
            <a:endParaRPr lang="pt-BR" dirty="0" smtClean="0"/>
          </a:p>
          <a:p>
            <a:pPr lvl="1">
              <a:buNone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Contato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Dias na faculdade</a:t>
            </a:r>
          </a:p>
          <a:p>
            <a:pPr lvl="1"/>
            <a:r>
              <a:rPr lang="pt-BR" dirty="0" smtClean="0"/>
              <a:t>Segunda </a:t>
            </a:r>
            <a:r>
              <a:rPr lang="pt-BR" dirty="0" smtClean="0"/>
              <a:t>das </a:t>
            </a:r>
            <a:r>
              <a:rPr lang="pt-BR" dirty="0" smtClean="0"/>
              <a:t>17:00 </a:t>
            </a:r>
            <a:r>
              <a:rPr lang="pt-BR" dirty="0" smtClean="0"/>
              <a:t>as 22:30</a:t>
            </a:r>
          </a:p>
          <a:p>
            <a:pPr lvl="1"/>
            <a:r>
              <a:rPr lang="pt-BR" dirty="0" smtClean="0"/>
              <a:t>Quinta </a:t>
            </a:r>
            <a:r>
              <a:rPr lang="pt-BR" dirty="0" smtClean="0"/>
              <a:t>das </a:t>
            </a:r>
            <a:r>
              <a:rPr lang="pt-BR" dirty="0" smtClean="0"/>
              <a:t>17:00  </a:t>
            </a:r>
            <a:r>
              <a:rPr lang="pt-BR" dirty="0" smtClean="0"/>
              <a:t>as 22:30</a:t>
            </a:r>
          </a:p>
          <a:p>
            <a:pPr lvl="1"/>
            <a:r>
              <a:rPr lang="pt-BR" dirty="0" smtClean="0"/>
              <a:t>Sábado das 08:00 as 11:40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140</TotalTime>
  <Words>366</Words>
  <Application>Microsoft Office PowerPoint</Application>
  <PresentationFormat>Apresentação na tela (4:3)</PresentationFormat>
  <Paragraphs>86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Mediano</vt:lpstr>
      <vt:lpstr>Programação WEB</vt:lpstr>
      <vt:lpstr>Prof. Norton Glaser</vt:lpstr>
      <vt:lpstr>Horários</vt:lpstr>
      <vt:lpstr>Avaliação</vt:lpstr>
      <vt:lpstr>Ementa</vt:lpstr>
      <vt:lpstr>Bibliografia Básica</vt:lpstr>
      <vt:lpstr>Bibliografia Complementar</vt:lpstr>
      <vt:lpstr>Tópicos expostos</vt:lpstr>
      <vt:lpstr>Slide 9</vt:lpstr>
      <vt:lpstr>Site</vt:lpstr>
      <vt:lpstr>Contato</vt:lpstr>
      <vt:lpstr>Contato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de Dispositivos Moveis</dc:title>
  <dc:creator>nglaser</dc:creator>
  <cp:lastModifiedBy>Professor</cp:lastModifiedBy>
  <cp:revision>25</cp:revision>
  <dcterms:created xsi:type="dcterms:W3CDTF">2013-02-08T17:26:03Z</dcterms:created>
  <dcterms:modified xsi:type="dcterms:W3CDTF">2014-08-02T11:32:58Z</dcterms:modified>
</cp:coreProperties>
</file>