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90EB89-9E2C-4E07-95D5-2C3106482862}" type="datetimeFigureOut">
              <a:rPr lang="pt-BR" smtClean="0"/>
              <a:pPr/>
              <a:t>01/01/2007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6C376B3-CF88-4B9D-BBDF-6D8234C10BA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Ferramentas de desenvolvimento </a:t>
            </a:r>
            <a:r>
              <a:rPr lang="pt-BR" dirty="0" smtClean="0"/>
              <a:t>Web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Cascade</a:t>
            </a:r>
            <a:r>
              <a:rPr lang="pt-BR" dirty="0" smtClean="0"/>
              <a:t> Style </a:t>
            </a:r>
            <a:r>
              <a:rPr lang="pt-BR" dirty="0" err="1" smtClean="0"/>
              <a:t>Sheet</a:t>
            </a:r>
            <a:r>
              <a:rPr lang="pt-BR" dirty="0" smtClean="0"/>
              <a:t> (Folha de Estilo em Cascata)</a:t>
            </a:r>
          </a:p>
          <a:p>
            <a:r>
              <a:rPr lang="pt-BR" dirty="0" smtClean="0"/>
              <a:t>E utilizado para unificar as configurações de formatação de conteúdo em um único arquivo. </a:t>
            </a:r>
          </a:p>
          <a:p>
            <a:r>
              <a:rPr lang="pt-BR" dirty="0" smtClean="0"/>
              <a:t>Permite a padronização de um conjunto de páginas estáticas, diminuindo a dificuldade e o tempo de manutenção.</a:t>
            </a:r>
          </a:p>
          <a:p>
            <a:r>
              <a:rPr lang="pt-BR" dirty="0" smtClean="0"/>
              <a:t>Reduz o tamanho das paginas HTML pois não há a necessidade das </a:t>
            </a:r>
            <a:r>
              <a:rPr lang="pt-BR" dirty="0" err="1" smtClean="0"/>
              <a:t>tags</a:t>
            </a:r>
            <a:r>
              <a:rPr lang="pt-BR" dirty="0" smtClean="0"/>
              <a:t> de formatação.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Associar um arquivo CSS ao HTML	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Como o objetivo do CSS e padronizar a formatação entre todas as páginas do projeto, este deve ser configurado em um arquivo externo com as extensão .CSS.</a:t>
            </a:r>
          </a:p>
          <a:p>
            <a:r>
              <a:rPr lang="pt-BR" dirty="0" smtClean="0"/>
              <a:t>Para associar este arquivo as páginas HTML utilize a seguinte TAG no HTML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&lt;link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rel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stylesheet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="estilo.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Compostas por grupos de propriedades denominadas classes.</a:t>
            </a:r>
          </a:p>
          <a:p>
            <a:r>
              <a:rPr lang="pt-BR" dirty="0" smtClean="0"/>
              <a:t>Estas classes são identificadas por seletores.</a:t>
            </a:r>
          </a:p>
          <a:p>
            <a:pPr lvl="1"/>
            <a:r>
              <a:rPr lang="pt-BR" dirty="0" err="1" smtClean="0"/>
              <a:t>Exe</a:t>
            </a:r>
            <a:r>
              <a:rPr lang="pt-BR" dirty="0" smtClean="0"/>
              <a:t>: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P {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	background: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Existem 3 tipos de seletores</a:t>
            </a:r>
          </a:p>
          <a:p>
            <a:pPr lvl="1"/>
            <a:r>
              <a:rPr lang="pt-BR" dirty="0" smtClean="0"/>
              <a:t>Seletor por TAG</a:t>
            </a:r>
          </a:p>
          <a:p>
            <a:pPr lvl="1"/>
            <a:r>
              <a:rPr lang="pt-BR" dirty="0" smtClean="0"/>
              <a:t>Seletor por ID</a:t>
            </a:r>
          </a:p>
          <a:p>
            <a:pPr lvl="1"/>
            <a:r>
              <a:rPr lang="pt-BR" dirty="0" smtClean="0"/>
              <a:t>Seletor por CLASSE</a:t>
            </a:r>
          </a:p>
          <a:p>
            <a:pPr>
              <a:buNone/>
            </a:pPr>
            <a:endParaRPr lang="pt-BR" dirty="0" smtClean="0"/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TAG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Atribui as classes a uma ou mais </a:t>
            </a:r>
            <a:r>
              <a:rPr lang="pt-BR" dirty="0" err="1" smtClean="0"/>
              <a:t>tags</a:t>
            </a:r>
            <a:r>
              <a:rPr lang="pt-BR" dirty="0" smtClean="0"/>
              <a:t> do HTML</a:t>
            </a:r>
          </a:p>
          <a:p>
            <a:pPr lvl="1">
              <a:buNone/>
            </a:pPr>
            <a:r>
              <a:rPr lang="pt-BR" dirty="0" err="1" smtClean="0"/>
              <a:t>Body</a:t>
            </a:r>
            <a:r>
              <a:rPr lang="pt-BR" dirty="0" smtClean="0"/>
              <a:t> {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font-family</a:t>
            </a:r>
            <a:r>
              <a:rPr lang="pt-BR" dirty="0" smtClean="0"/>
              <a:t>: </a:t>
            </a:r>
            <a:r>
              <a:rPr lang="pt-BR" dirty="0" err="1" smtClean="0"/>
              <a:t>arial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color</a:t>
            </a:r>
            <a:r>
              <a:rPr lang="pt-BR" dirty="0" smtClean="0"/>
              <a:t>: </a:t>
            </a:r>
            <a:r>
              <a:rPr lang="pt-BR" dirty="0" err="1" smtClean="0"/>
              <a:t>gray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}</a:t>
            </a:r>
          </a:p>
          <a:p>
            <a:pPr lvl="1">
              <a:buNone/>
            </a:pPr>
            <a:r>
              <a:rPr lang="pt-BR" dirty="0" smtClean="0"/>
              <a:t>Input, </a:t>
            </a:r>
            <a:r>
              <a:rPr lang="pt-BR" dirty="0" err="1" smtClean="0"/>
              <a:t>select</a:t>
            </a:r>
            <a:r>
              <a:rPr lang="pt-BR" dirty="0" smtClean="0"/>
              <a:t>, </a:t>
            </a:r>
            <a:r>
              <a:rPr lang="pt-BR" dirty="0" err="1" smtClean="0"/>
              <a:t>textarea</a:t>
            </a:r>
            <a:r>
              <a:rPr lang="pt-BR" dirty="0" smtClean="0"/>
              <a:t> {</a:t>
            </a:r>
          </a:p>
          <a:p>
            <a:pPr lvl="1">
              <a:buNone/>
            </a:pPr>
            <a:r>
              <a:rPr lang="pt-BR" dirty="0" smtClean="0"/>
              <a:t>	background: </a:t>
            </a:r>
            <a:r>
              <a:rPr lang="pt-BR" dirty="0" err="1" smtClean="0"/>
              <a:t>yellow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font-family</a:t>
            </a:r>
            <a:r>
              <a:rPr lang="pt-BR" dirty="0" smtClean="0"/>
              <a:t>: </a:t>
            </a:r>
            <a:r>
              <a:rPr lang="pt-BR" dirty="0" err="1" smtClean="0"/>
              <a:t>arial</a:t>
            </a:r>
            <a:r>
              <a:rPr lang="pt-BR" dirty="0" smtClean="0"/>
              <a:t>;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/>
              <a:t>font-size</a:t>
            </a:r>
            <a:r>
              <a:rPr lang="pt-BR" dirty="0" smtClean="0"/>
              <a:t>: 10px;</a:t>
            </a:r>
          </a:p>
          <a:p>
            <a:pPr lvl="1">
              <a:buNone/>
            </a:pPr>
            <a:r>
              <a:rPr lang="pt-BR" dirty="0" smtClean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ID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Associa propriedades de classe ao uma determinado ID no HTML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</a:t>
            </a:r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#nome {</a:t>
            </a:r>
          </a:p>
          <a:p>
            <a:pPr lvl="2">
              <a:buNone/>
            </a:pP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Background: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None/>
            </a:pP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200" dirty="0" err="1" smtClean="0"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sz="32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Este seletor pode ser definido como uma exceção, definido por um apelido e pode set utilizado como opção de uma formatação.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.destaque {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Font-weigth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bold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4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 por Classe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E possível restringir uma classe por </a:t>
            </a:r>
            <a:r>
              <a:rPr lang="pt-BR" dirty="0" err="1" smtClean="0"/>
              <a:t>tag</a:t>
            </a:r>
            <a:r>
              <a:rPr lang="pt-BR" dirty="0" smtClean="0"/>
              <a:t> ou por id colocando o nome do seletor especifico no inicio da classe.</a:t>
            </a:r>
          </a:p>
          <a:p>
            <a:pPr>
              <a:buNone/>
            </a:pPr>
            <a:r>
              <a:rPr lang="pt-BR" sz="4000" dirty="0" err="1" smtClean="0">
                <a:latin typeface="Courier New" pitchFamily="49" charset="0"/>
                <a:cs typeface="Courier New" pitchFamily="49" charset="0"/>
              </a:rPr>
              <a:t>p.destaque</a:t>
            </a: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, #titulo.destaque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Font-weigth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bold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4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900808"/>
          </a:xfrm>
        </p:spPr>
        <p:txBody>
          <a:bodyPr/>
          <a:lstStyle/>
          <a:p>
            <a:r>
              <a:rPr lang="pt-BR" dirty="0" smtClean="0"/>
              <a:t>Quando existem duas ou mais classes que são elegíveis a formatação de um elemento,  estas vão mesclar os seus atributos e quando houver atributos coincidentes será aplicado a ultima configuração.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27584" y="3717032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P {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background: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white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strike="sngStrike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strike="sngStrike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trike="sngStrike" dirty="0" err="1" smtClean="0">
                <a:latin typeface="Courier New" pitchFamily="49" charset="0"/>
                <a:cs typeface="Courier New" pitchFamily="49" charset="0"/>
              </a:rPr>
              <a:t>black</a:t>
            </a:r>
            <a:r>
              <a:rPr lang="pt-BR" strike="sngStrike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text-align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center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716016" y="3789040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#mensagem {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font-size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:18px;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			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Sobreposição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ordem por tipo de seletor na sobreposição é:</a:t>
            </a:r>
          </a:p>
          <a:p>
            <a:pPr lvl="1"/>
            <a:r>
              <a:rPr lang="pt-BR" dirty="0" smtClean="0"/>
              <a:t>CLASSE</a:t>
            </a:r>
          </a:p>
          <a:p>
            <a:pPr lvl="1"/>
            <a:r>
              <a:rPr lang="pt-BR" dirty="0" smtClean="0"/>
              <a:t>ID</a:t>
            </a:r>
          </a:p>
          <a:p>
            <a:pPr lvl="1"/>
            <a:r>
              <a:rPr lang="pt-BR" dirty="0" smtClean="0"/>
              <a:t>TAG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Cascata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 possível compor uma hierarquia de classes relacionadas, com o objetivo de criar formatações para áreas especificas, e permitir a hierarquia correta de propriedades.</a:t>
            </a:r>
          </a:p>
          <a:p>
            <a:r>
              <a:rPr lang="pt-BR" dirty="0" smtClean="0"/>
              <a:t>Esta configuração e utilizada amplamente na criação de projetos completos, pois permite esta versatilidade.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Cascata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#corpo{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800px;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600px;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border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thin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solid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gray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#corpo #topo{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height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:100px;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background: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green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	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#corpo #topo h1{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Font-family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arial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Font-size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:18px;</a:t>
            </a:r>
          </a:p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pt-BR" sz="25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h1 {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Font-family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tahoma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pt-BR" sz="2500" dirty="0" err="1" smtClean="0">
                <a:latin typeface="Courier New" pitchFamily="49" charset="0"/>
                <a:cs typeface="Courier New" pitchFamily="49" charset="0"/>
              </a:rPr>
              <a:t>Font-size</a:t>
            </a: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:24px;</a:t>
            </a:r>
          </a:p>
          <a:p>
            <a:pPr>
              <a:buNone/>
            </a:pPr>
            <a:r>
              <a:rPr lang="pt-BR" sz="25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145</TotalTime>
  <Words>416</Words>
  <Application>Microsoft Office PowerPoint</Application>
  <PresentationFormat>Apresentação na tela (4:3)</PresentationFormat>
  <Paragraphs>95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Mediano</vt:lpstr>
      <vt:lpstr>CSS</vt:lpstr>
      <vt:lpstr>CSS</vt:lpstr>
      <vt:lpstr>Associar um arquivo CSS ao HTML </vt:lpstr>
      <vt:lpstr>Composição</vt:lpstr>
      <vt:lpstr>Seletores</vt:lpstr>
      <vt:lpstr>Seletor por TAG</vt:lpstr>
      <vt:lpstr>Seletor por ID</vt:lpstr>
      <vt:lpstr>Seletor por Classe</vt:lpstr>
      <vt:lpstr>Seletor por Classe</vt:lpstr>
      <vt:lpstr>Sobreposição</vt:lpstr>
      <vt:lpstr>Sobreposição</vt:lpstr>
      <vt:lpstr>Cascata</vt:lpstr>
      <vt:lpstr>Cascata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cp:lastModifiedBy>aluno</cp:lastModifiedBy>
  <cp:revision>20</cp:revision>
  <dcterms:created xsi:type="dcterms:W3CDTF">2013-08-24T11:38:58Z</dcterms:created>
  <dcterms:modified xsi:type="dcterms:W3CDTF">2007-01-01T03:42:25Z</dcterms:modified>
</cp:coreProperties>
</file>