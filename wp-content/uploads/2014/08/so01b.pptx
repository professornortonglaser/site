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6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2EE51-FE14-4AA5-A7AA-5DBF01512C28}" type="datetimeFigureOut">
              <a:rPr lang="pt-BR" smtClean="0"/>
              <a:t>01/08/2014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809A2-4B47-4B82-A819-8C7E56163A32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Sistemas Operacionais de Computadores de Grande Porte</a:t>
            </a:r>
          </a:p>
          <a:p>
            <a:r>
              <a:rPr lang="pt-BR" dirty="0" smtClean="0"/>
              <a:t>Sistemas Operacionais de Servidores</a:t>
            </a:r>
          </a:p>
          <a:p>
            <a:r>
              <a:rPr lang="pt-BR" dirty="0" smtClean="0"/>
              <a:t>Sistemas Operacionais de Multiprocessadores</a:t>
            </a:r>
          </a:p>
          <a:p>
            <a:r>
              <a:rPr lang="pt-BR" dirty="0" smtClean="0"/>
              <a:t>Sistemas Operacionais de Computadores Pessoais</a:t>
            </a:r>
          </a:p>
          <a:p>
            <a:r>
              <a:rPr lang="pt-BR" dirty="0" smtClean="0"/>
              <a:t>Sistemas Operacionais de Tempo Real</a:t>
            </a:r>
          </a:p>
          <a:p>
            <a:r>
              <a:rPr lang="pt-BR" dirty="0" smtClean="0"/>
              <a:t>Sistemas Operacionais Embarcados</a:t>
            </a:r>
          </a:p>
          <a:p>
            <a:r>
              <a:rPr lang="pt-BR" dirty="0" smtClean="0"/>
              <a:t>Sistemas Operacionais de Cartões Inteligentes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SO de Computadores de</a:t>
            </a:r>
            <a:br>
              <a:rPr lang="pt-BR" dirty="0" smtClean="0"/>
            </a:br>
            <a:r>
              <a:rPr lang="pt-BR" dirty="0" smtClean="0"/>
              <a:t>Grande Porte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Utilizados em sofisticados servidores Web, como servidores para sites de comércio eletrônico em larga escala e ainda, Como servidores para transações entre empresas (</a:t>
            </a:r>
            <a:r>
              <a:rPr lang="pt-BR" dirty="0" err="1" smtClean="0"/>
              <a:t>business-to-business</a:t>
            </a:r>
            <a:r>
              <a:rPr lang="pt-BR" dirty="0" smtClean="0"/>
              <a:t>)</a:t>
            </a:r>
          </a:p>
          <a:p>
            <a:r>
              <a:rPr lang="pt-BR" dirty="0" smtClean="0"/>
              <a:t>Os SO para computadores de grande porte são </a:t>
            </a:r>
          </a:p>
          <a:p>
            <a:r>
              <a:rPr lang="pt-BR" dirty="0" smtClean="0"/>
              <a:t>sobretudo orientados para o processamento </a:t>
            </a:r>
          </a:p>
          <a:p>
            <a:r>
              <a:rPr lang="pt-BR" dirty="0" smtClean="0"/>
              <a:t>simultâneo de muitos </a:t>
            </a:r>
            <a:r>
              <a:rPr lang="pt-BR" dirty="0" err="1" smtClean="0"/>
              <a:t>jobs</a:t>
            </a:r>
            <a:r>
              <a:rPr lang="pt-BR" dirty="0" smtClean="0"/>
              <a:t> (grande quantidade de E/S)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SO de Computadores de</a:t>
            </a:r>
            <a:br>
              <a:rPr lang="pt-BR" dirty="0" smtClean="0"/>
            </a:br>
            <a:r>
              <a:rPr lang="pt-BR" dirty="0" smtClean="0"/>
              <a:t>Grande Porte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Oferecem normalmente três tipos de serviços:</a:t>
            </a:r>
          </a:p>
          <a:p>
            <a:pPr lvl="1"/>
            <a:r>
              <a:rPr lang="pt-BR" dirty="0" smtClean="0"/>
              <a:t>em lote (batch)</a:t>
            </a:r>
          </a:p>
          <a:p>
            <a:pPr lvl="2"/>
            <a:r>
              <a:rPr lang="pt-BR" dirty="0" smtClean="0"/>
              <a:t>Um sistema em lote processa </a:t>
            </a:r>
            <a:r>
              <a:rPr lang="pt-BR" dirty="0" err="1" smtClean="0"/>
              <a:t>jobs</a:t>
            </a:r>
            <a:r>
              <a:rPr lang="pt-BR" dirty="0" smtClean="0"/>
              <a:t> de rotina sem a presença interativa do usuário.</a:t>
            </a:r>
          </a:p>
          <a:p>
            <a:pPr lvl="1"/>
            <a:r>
              <a:rPr lang="pt-BR" dirty="0" smtClean="0"/>
              <a:t> processamento de transações</a:t>
            </a:r>
          </a:p>
          <a:p>
            <a:pPr lvl="2"/>
            <a:r>
              <a:rPr lang="pt-BR" dirty="0" smtClean="0"/>
              <a:t>Administram grandes quantidades de pequenas requisições.</a:t>
            </a:r>
          </a:p>
          <a:p>
            <a:pPr lvl="2"/>
            <a:r>
              <a:rPr lang="pt-BR" dirty="0" smtClean="0"/>
              <a:t>Ex.: processamento de verificações em um banco.</a:t>
            </a:r>
          </a:p>
          <a:p>
            <a:pPr lvl="1"/>
            <a:r>
              <a:rPr lang="pt-BR" dirty="0" smtClean="0"/>
              <a:t>tempo compartilhado</a:t>
            </a:r>
          </a:p>
          <a:p>
            <a:pPr lvl="2"/>
            <a:r>
              <a:rPr lang="pt-BR" dirty="0" smtClean="0"/>
              <a:t>Permite que múltiplos usuários remotos executem seus </a:t>
            </a:r>
            <a:r>
              <a:rPr lang="pt-BR" dirty="0" err="1" smtClean="0"/>
              <a:t>jobs</a:t>
            </a:r>
            <a:r>
              <a:rPr lang="pt-BR" dirty="0" smtClean="0"/>
              <a:t>  simultaneamente no computador, como na realização de  consultas a um grande banco de dados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SO de Computadores de</a:t>
            </a:r>
            <a:br>
              <a:rPr lang="pt-BR" dirty="0" smtClean="0"/>
            </a:br>
            <a:r>
              <a:rPr lang="pt-BR" dirty="0" smtClean="0"/>
              <a:t>Grande Porte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Exemplos : </a:t>
            </a:r>
            <a:r>
              <a:rPr lang="pl-PL" dirty="0"/>
              <a:t> </a:t>
            </a:r>
            <a:endParaRPr lang="pt-BR" dirty="0" smtClean="0"/>
          </a:p>
          <a:p>
            <a:pPr lvl="1"/>
            <a:r>
              <a:rPr lang="pl-PL" dirty="0" smtClean="0"/>
              <a:t>z/OS</a:t>
            </a:r>
            <a:r>
              <a:rPr lang="pt-BR" dirty="0" smtClean="0"/>
              <a:t> é um sistema operacional de 64 bits para mainframes, criado pela IBM. É o sucessor do OS/390,</a:t>
            </a:r>
            <a:r>
              <a:rPr lang="pt-BR" dirty="0"/>
              <a:t>  talhado para operações contínuas, de grande volume, com elevada segurança e estabilidade.</a:t>
            </a:r>
            <a:endParaRPr lang="pt-BR" dirty="0" smtClean="0"/>
          </a:p>
          <a:p>
            <a:pPr lvl="1"/>
            <a:r>
              <a:rPr lang="pl-PL" dirty="0" smtClean="0"/>
              <a:t>z/VM</a:t>
            </a:r>
            <a:r>
              <a:rPr lang="pt-BR" dirty="0" smtClean="0"/>
              <a:t>-sistema para gerenciamento de </a:t>
            </a:r>
            <a:r>
              <a:rPr lang="pt-BR" dirty="0" err="1" smtClean="0"/>
              <a:t>virtualização</a:t>
            </a:r>
            <a:r>
              <a:rPr lang="pt-BR" dirty="0" smtClean="0"/>
              <a:t>, disponibiliza instancias de Linux Z </a:t>
            </a:r>
          </a:p>
          <a:p>
            <a:pPr lvl="1"/>
            <a:r>
              <a:rPr lang="pl-PL" dirty="0" smtClean="0"/>
              <a:t>z/VSE</a:t>
            </a:r>
            <a:r>
              <a:rPr lang="pt-BR" dirty="0" smtClean="0"/>
              <a:t> - é um sistema operacional para mainframes IBM, o último da linhagem DOS/360 que se originou em 1965. É menos comum do que o proeminente z/OS e é usado principalmente em máquinas menores.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Sistemas Operacionais de Servidores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Servem múltiplos usuários de uma vez em uma rede e permite-lhes compartilhar recursos de hardware e software.</a:t>
            </a:r>
          </a:p>
          <a:p>
            <a:r>
              <a:rPr lang="pt-BR" dirty="0" smtClean="0"/>
              <a:t>Servidores podem fornecer serviços de impressão, serviços de arquivo ou serviços de Web.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Provedores de acesso a internet, utilizam-se de várias máquinas servidoras, para dar suporte a seus clientes.</a:t>
            </a:r>
          </a:p>
          <a:p>
            <a:r>
              <a:rPr lang="pt-BR" dirty="0" smtClean="0"/>
              <a:t>Sistemas operacionais típicos de servidores são Linux, Unix e Windows </a:t>
            </a:r>
            <a:r>
              <a:rPr lang="pt-BR" dirty="0" err="1" smtClean="0"/>
              <a:t>server</a:t>
            </a:r>
            <a:r>
              <a:rPr lang="pt-BR" dirty="0" smtClean="0"/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Sistemas Operacionais de Dispositivos Moveis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 São sistemas que dão suporte a protocolos de comunicação  e conectividade.</a:t>
            </a:r>
          </a:p>
          <a:p>
            <a:r>
              <a:rPr lang="pt-BR" dirty="0" smtClean="0"/>
              <a:t>Permitem suporte a </a:t>
            </a:r>
            <a:r>
              <a:rPr lang="pt-BR" dirty="0" err="1" smtClean="0"/>
              <a:t>multiprogramação</a:t>
            </a:r>
            <a:r>
              <a:rPr lang="pt-BR" dirty="0" smtClean="0"/>
              <a:t> e </a:t>
            </a:r>
            <a:r>
              <a:rPr lang="pt-BR" dirty="0" err="1" smtClean="0"/>
              <a:t>multiprocessamento</a:t>
            </a:r>
            <a:r>
              <a:rPr lang="pt-BR" dirty="0" smtClean="0"/>
              <a:t>,.</a:t>
            </a:r>
          </a:p>
          <a:p>
            <a:r>
              <a:rPr lang="pt-BR" dirty="0" smtClean="0"/>
              <a:t>São geralmente monousuários e permitem a execução de </a:t>
            </a:r>
            <a:r>
              <a:rPr lang="pt-BR" dirty="0" err="1" smtClean="0"/>
              <a:t>multiplos</a:t>
            </a:r>
            <a:r>
              <a:rPr lang="pt-BR" dirty="0" smtClean="0"/>
              <a:t> aplicativos.</a:t>
            </a:r>
          </a:p>
          <a:p>
            <a:r>
              <a:rPr lang="pt-BR" dirty="0" smtClean="0"/>
              <a:t>Tem um forte apelo a interface </a:t>
            </a:r>
            <a:r>
              <a:rPr lang="pt-BR" smtClean="0"/>
              <a:t>e integração</a:t>
            </a:r>
            <a:endParaRPr lang="pt-BR" dirty="0" smtClean="0"/>
          </a:p>
          <a:p>
            <a:r>
              <a:rPr lang="pt-BR" dirty="0" err="1" smtClean="0"/>
              <a:t>Exe</a:t>
            </a:r>
            <a:r>
              <a:rPr lang="pt-BR" dirty="0" smtClean="0"/>
              <a:t>: </a:t>
            </a:r>
            <a:r>
              <a:rPr lang="pt-BR" dirty="0" err="1" smtClean="0"/>
              <a:t>Android</a:t>
            </a:r>
            <a:r>
              <a:rPr lang="pt-BR" dirty="0" smtClean="0"/>
              <a:t>, </a:t>
            </a:r>
            <a:r>
              <a:rPr lang="pt-BR" dirty="0" err="1" smtClean="0"/>
              <a:t>iOS</a:t>
            </a:r>
            <a:r>
              <a:rPr lang="pt-BR" dirty="0" smtClean="0"/>
              <a:t>, Windows </a:t>
            </a:r>
            <a:r>
              <a:rPr lang="pt-BR" dirty="0" err="1" smtClean="0"/>
              <a:t>Phone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Sistemas Operacionais de Computadores Pessoais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Seu trabalho é fornecer uma boa interface para um único usuário.</a:t>
            </a:r>
          </a:p>
          <a:p>
            <a:r>
              <a:rPr lang="pt-BR" dirty="0" smtClean="0"/>
              <a:t>São amplamente usados para processadores de texto, planilhas eletrônicas e acesso a internet.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Sistemas Operacionais de Tempo Real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 São sistemas onde o tempo é fator fundamental</a:t>
            </a:r>
          </a:p>
          <a:p>
            <a:pPr lvl="1"/>
            <a:r>
              <a:rPr lang="pt-BR" dirty="0" smtClean="0"/>
              <a:t>Ex.: um carro, em um processo de fabricação. </a:t>
            </a:r>
          </a:p>
          <a:p>
            <a:r>
              <a:rPr lang="pt-BR" dirty="0" smtClean="0"/>
              <a:t>Caso o robô de soldagem seja ativado antes ou depois do tempo previsto o carro estará perdido</a:t>
            </a:r>
          </a:p>
          <a:p>
            <a:r>
              <a:rPr lang="pt-BR" dirty="0" smtClean="0"/>
              <a:t>Se ações precisam ocorrer em determinados instante (ou em determinado intervalo de tempo) então tem-se um sistema de tempo real.</a:t>
            </a:r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Sistemas Operacionais Embarcados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Um sistema embarcado é um sistema </a:t>
            </a:r>
            <a:r>
              <a:rPr lang="pt-BR" dirty="0" err="1" smtClean="0"/>
              <a:t>microprocessado</a:t>
            </a:r>
            <a:r>
              <a:rPr lang="pt-BR" dirty="0" smtClean="0"/>
              <a:t> no qual o computador é completamente encapsulado ou dedicado ao dispositivo ou sistema que ele controla.</a:t>
            </a:r>
          </a:p>
          <a:p>
            <a:r>
              <a:rPr lang="pt-BR" dirty="0"/>
              <a:t>Em geral tais sistemas não podem ter sua funcionalidade alterada durante o uso. Caso queira-se modificar o propósito é necessário reprogramar todo o sistema.</a:t>
            </a:r>
            <a:endParaRPr lang="pt-BR" dirty="0" smtClean="0"/>
          </a:p>
          <a:p>
            <a:r>
              <a:rPr lang="pt-BR" dirty="0" smtClean="0"/>
              <a:t>Apresentam restrições de tamanho, memória e de consumo de energia que os fazem especiais.</a:t>
            </a:r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Sistemas Operacionais Embarcados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Sistemas embarcados são desenvolvidos para uma tarefa específica. </a:t>
            </a:r>
          </a:p>
          <a:p>
            <a:r>
              <a:rPr lang="pt-BR" dirty="0" smtClean="0"/>
              <a:t>O software escrito para sistemas embarcados é muitas vezes chamado firmware, e armazenado em uma memória ROM ou memória flash ao invés de um disco rígido. </a:t>
            </a:r>
          </a:p>
          <a:p>
            <a:r>
              <a:rPr lang="pt-BR" dirty="0" smtClean="0"/>
              <a:t>Por vezes o sistema também é executado com recursos computacionais limitados: sem teclado, sem tela e com pouca memória.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Sistemas Operacionais Embarcados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dirty="0" err="1" smtClean="0"/>
              <a:t>Aviônicos</a:t>
            </a:r>
            <a:r>
              <a:rPr lang="pt-BR" dirty="0" smtClean="0"/>
              <a:t>, como sistemas de controle inercial, controle de vôo e outros sistemas integrados nas aeronaves, como sistemas de orientação de mísseis</a:t>
            </a:r>
          </a:p>
          <a:p>
            <a:r>
              <a:rPr lang="pt-BR" dirty="0" smtClean="0"/>
              <a:t>Telefones celulares (simples) e centrais telefônicas</a:t>
            </a:r>
          </a:p>
          <a:p>
            <a:r>
              <a:rPr lang="pt-BR" dirty="0" smtClean="0"/>
              <a:t>Equipamentos de redes de computadores, como roteadores, hubs, switches e firewalls</a:t>
            </a:r>
          </a:p>
          <a:p>
            <a:r>
              <a:rPr lang="pt-BR" dirty="0" smtClean="0"/>
              <a:t>Impressoras</a:t>
            </a:r>
          </a:p>
          <a:p>
            <a:r>
              <a:rPr lang="pt-BR" dirty="0" smtClean="0"/>
              <a:t>Dispositivos de armazenamento</a:t>
            </a:r>
          </a:p>
          <a:p>
            <a:r>
              <a:rPr lang="pt-BR" dirty="0" smtClean="0"/>
              <a:t>Controladores da </a:t>
            </a:r>
            <a:r>
              <a:rPr lang="pt-BR" dirty="0" err="1" smtClean="0"/>
              <a:t>tracção</a:t>
            </a:r>
            <a:r>
              <a:rPr lang="pt-BR" dirty="0" smtClean="0"/>
              <a:t>, do motor e do </a:t>
            </a:r>
            <a:r>
              <a:rPr lang="pt-BR" dirty="0" err="1" smtClean="0"/>
              <a:t>antibloqueio</a:t>
            </a:r>
            <a:r>
              <a:rPr lang="pt-BR" dirty="0" smtClean="0"/>
              <a:t> em automóveis: freios ABS e controle de tração</a:t>
            </a:r>
          </a:p>
          <a:p>
            <a:r>
              <a:rPr lang="pt-BR" dirty="0" smtClean="0"/>
              <a:t>Calculadoras</a:t>
            </a:r>
          </a:p>
          <a:p>
            <a:r>
              <a:rPr lang="pt-BR" dirty="0" smtClean="0"/>
              <a:t>Eletrodomésticos, como fornos microondas, máquinas de lavar, aparelhos de TV, DVD players</a:t>
            </a:r>
          </a:p>
          <a:p>
            <a:r>
              <a:rPr lang="pt-BR" dirty="0" smtClean="0"/>
              <a:t>Equipamentos médicos</a:t>
            </a:r>
          </a:p>
          <a:p>
            <a:r>
              <a:rPr lang="pt-BR" dirty="0" smtClean="0"/>
              <a:t>Tratores e implementos agrícolas</a:t>
            </a:r>
          </a:p>
          <a:p>
            <a:r>
              <a:rPr lang="pt-BR" dirty="0" smtClean="0"/>
              <a:t>Urna eletrônica</a:t>
            </a:r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Sistemas Operacionais de Cartões Inteligentes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Os menores sistemas operacionais são executados em cartões inteligentes – dispositivos do tamanho de um cartão de crédito que contém um chip de CPU.</a:t>
            </a:r>
          </a:p>
          <a:p>
            <a:r>
              <a:rPr lang="pt-BR" dirty="0" smtClean="0"/>
              <a:t>Possuem restrições severas de consumo de energia e de memória.</a:t>
            </a:r>
          </a:p>
          <a:p>
            <a:r>
              <a:rPr lang="pt-BR" dirty="0" smtClean="0"/>
              <a:t>Alguns deles podem realizar apenas uma única função, como pagamentos eletrônicos.</a:t>
            </a:r>
          </a:p>
          <a:p>
            <a:r>
              <a:rPr lang="pt-BR" dirty="0" smtClean="0"/>
              <a:t>Outros podem tratar múltiplas funções no mesmo cartão inteligente.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679</Words>
  <Application>Microsoft Office PowerPoint</Application>
  <PresentationFormat>Apresentação na tela (4:3)</PresentationFormat>
  <Paragraphs>70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Tema do Office</vt:lpstr>
      <vt:lpstr>Slide 1</vt:lpstr>
      <vt:lpstr>Slide 2</vt:lpstr>
      <vt:lpstr>SO de Computadores de Grande Porte</vt:lpstr>
      <vt:lpstr>SO de Computadores de Grande Porte</vt:lpstr>
      <vt:lpstr>SO de Computadores de Grande Porte</vt:lpstr>
      <vt:lpstr>Sistemas Operacionais de Servidores</vt:lpstr>
      <vt:lpstr>Slide 7</vt:lpstr>
      <vt:lpstr>Sistemas Operacionais de Dispositivos Moveis</vt:lpstr>
      <vt:lpstr>Sistemas Operacionais de Computadores Pessoais</vt:lpstr>
      <vt:lpstr>Sistemas Operacionais de Tempo Real</vt:lpstr>
      <vt:lpstr>Sistemas Operacionais Embarcados</vt:lpstr>
      <vt:lpstr>Sistemas Operacionais Embarcados</vt:lpstr>
      <vt:lpstr>Sistemas Operacionais Embarcados</vt:lpstr>
      <vt:lpstr>Sistemas Operacionais de Cartões Inteligentes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cp:lastModifiedBy>aluno</cp:lastModifiedBy>
  <cp:revision>5</cp:revision>
  <dcterms:created xsi:type="dcterms:W3CDTF">2014-08-01T23:28:24Z</dcterms:created>
  <dcterms:modified xsi:type="dcterms:W3CDTF">2014-08-02T00:11:33Z</dcterms:modified>
</cp:coreProperties>
</file>