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1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10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2465D84-B811-4D45-9565-24D2E225A57C}" type="datetimeFigureOut">
              <a:rPr lang="pt-BR" smtClean="0"/>
              <a:pPr/>
              <a:t>31/08/2018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FE250AFE-2F5E-4BFD-A95B-ED6C96A47DC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 smtClean="0"/>
              <a:t>Javascript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smtClean="0"/>
              <a:t>Programação Web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 uma linguagem interpretada que e executada na maquina do cliente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Não esta associada ao framework </a:t>
            </a:r>
            <a:r>
              <a:rPr lang="pt-BR" dirty="0" err="1" smtClean="0"/>
              <a:t>java</a:t>
            </a:r>
            <a:endParaRPr lang="pt-BR" dirty="0" smtClean="0"/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Não consegue acessar recursos da maquina do cliente.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Utilizada para validação de formulários</a:t>
            </a:r>
          </a:p>
          <a:p>
            <a:endParaRPr lang="pt-BR" dirty="0" smtClean="0"/>
          </a:p>
          <a:p>
            <a:r>
              <a:rPr lang="pt-BR" dirty="0" smtClean="0"/>
              <a:t>Para interações locais com o cliente</a:t>
            </a:r>
          </a:p>
          <a:p>
            <a:endParaRPr lang="pt-BR" dirty="0" smtClean="0"/>
          </a:p>
          <a:p>
            <a:r>
              <a:rPr lang="pt-BR" dirty="0" smtClean="0"/>
              <a:t>Para controles de navegação</a:t>
            </a:r>
          </a:p>
          <a:p>
            <a:endParaRPr lang="pt-BR" dirty="0" smtClean="0"/>
          </a:p>
          <a:p>
            <a:r>
              <a:rPr lang="pt-BR" dirty="0" smtClean="0"/>
              <a:t>Aplicada nas mais variadas tecnologia de script: HTM, ASP, ASP.NET, JSP , PHP e </a:t>
            </a:r>
            <a:r>
              <a:rPr lang="pt-BR" dirty="0" err="1" smtClean="0"/>
              <a:t>etc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Caracteristicas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Case </a:t>
            </a:r>
            <a:r>
              <a:rPr lang="pt-BR" dirty="0" err="1" smtClean="0"/>
              <a:t>Sensitive</a:t>
            </a:r>
            <a:r>
              <a:rPr lang="pt-BR" dirty="0" smtClean="0"/>
              <a:t> – diferencia letras </a:t>
            </a:r>
            <a:r>
              <a:rPr lang="pt-BR" dirty="0" err="1" smtClean="0"/>
              <a:t>maiusculas</a:t>
            </a:r>
            <a:r>
              <a:rPr lang="pt-BR" dirty="0" smtClean="0"/>
              <a:t> de </a:t>
            </a:r>
            <a:r>
              <a:rPr lang="pt-BR" dirty="0" err="1" smtClean="0"/>
              <a:t>minusculas</a:t>
            </a:r>
            <a:endParaRPr lang="pt-BR" dirty="0" smtClean="0"/>
          </a:p>
          <a:p>
            <a:r>
              <a:rPr lang="pt-BR" dirty="0" smtClean="0"/>
              <a:t>Toda linha termina com um ponto e virgula exceto  bloco de comandos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  <a:endParaRPr lang="pt-BR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Mensagem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423848" cy="4495800"/>
          </a:xfrm>
        </p:spPr>
        <p:txBody>
          <a:bodyPr/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 lvl="1"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//mensagem simples informativa</a:t>
            </a:r>
          </a:p>
          <a:p>
            <a:pPr lvl="1">
              <a:buNone/>
            </a:pP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alert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(“minha mensagem”);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// mensagem de escolha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var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opc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confirm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(“continuar ?”);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Criando Variáveis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	var nome = 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maria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”;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	var nota1 = 8.5;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Convertendo Tipos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>
              <a:buNone/>
            </a:pP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//convertendo para inteiros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var nota1 = </a:t>
            </a:r>
            <a:r>
              <a:rPr lang="pt-BR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parseInt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(campo1.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//convertendo para string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var nome =</a:t>
            </a:r>
            <a:r>
              <a:rPr lang="pt-BR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parseString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(78.5);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Convertendo Tipos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>
              <a:buNone/>
            </a:pP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//convertendo para decimais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var nota1= </a:t>
            </a:r>
            <a:r>
              <a:rPr lang="pt-BR" b="1" dirty="0" err="1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(campo1.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 de associação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600" dirty="0" smtClean="0"/>
              <a:t>Var teste </a:t>
            </a:r>
            <a:r>
              <a:rPr lang="pt-BR" sz="3600" b="1" dirty="0" smtClean="0">
                <a:solidFill>
                  <a:srgbClr val="C00000"/>
                </a:solidFill>
              </a:rPr>
              <a:t>=</a:t>
            </a:r>
            <a:r>
              <a:rPr lang="pt-BR" sz="3600" dirty="0" smtClean="0"/>
              <a:t> “ABCD”;</a:t>
            </a:r>
            <a:endParaRPr lang="pt-BR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Aritméticos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>
                <a:solidFill>
                  <a:srgbClr val="C00000"/>
                </a:solidFill>
              </a:rPr>
              <a:t>+</a:t>
            </a:r>
            <a:r>
              <a:rPr lang="pt-BR" dirty="0" smtClean="0"/>
              <a:t> Soma</a:t>
            </a:r>
          </a:p>
          <a:p>
            <a:r>
              <a:rPr lang="pt-BR" dirty="0" smtClean="0">
                <a:solidFill>
                  <a:srgbClr val="C00000"/>
                </a:solidFill>
              </a:rPr>
              <a:t>-</a:t>
            </a:r>
            <a:r>
              <a:rPr lang="pt-BR" dirty="0" smtClean="0"/>
              <a:t> subtração</a:t>
            </a:r>
          </a:p>
          <a:p>
            <a:r>
              <a:rPr lang="pt-BR" dirty="0" smtClean="0">
                <a:solidFill>
                  <a:srgbClr val="C00000"/>
                </a:solidFill>
              </a:rPr>
              <a:t>/</a:t>
            </a:r>
            <a:r>
              <a:rPr lang="pt-BR" dirty="0" smtClean="0"/>
              <a:t> divisão</a:t>
            </a:r>
          </a:p>
          <a:p>
            <a:r>
              <a:rPr lang="pt-BR" dirty="0" smtClean="0">
                <a:solidFill>
                  <a:srgbClr val="C00000"/>
                </a:solidFill>
              </a:rPr>
              <a:t>*</a:t>
            </a:r>
            <a:r>
              <a:rPr lang="pt-BR" dirty="0" smtClean="0"/>
              <a:t> multiplicação</a:t>
            </a:r>
          </a:p>
          <a:p>
            <a:r>
              <a:rPr lang="pt-BR" dirty="0" smtClean="0">
                <a:solidFill>
                  <a:srgbClr val="C00000"/>
                </a:solidFill>
              </a:rPr>
              <a:t>() </a:t>
            </a:r>
            <a:r>
              <a:rPr lang="pt-BR" dirty="0" err="1" smtClean="0"/>
              <a:t>parenteses</a:t>
            </a:r>
            <a:endParaRPr lang="pt-BR" dirty="0" smtClean="0"/>
          </a:p>
          <a:p>
            <a:r>
              <a:rPr lang="pt-BR" dirty="0" smtClean="0">
                <a:solidFill>
                  <a:srgbClr val="C00000"/>
                </a:solidFill>
              </a:rPr>
              <a:t>%</a:t>
            </a:r>
            <a:r>
              <a:rPr lang="pt-BR" dirty="0" smtClean="0"/>
              <a:t> modulo (resto da divisão)</a:t>
            </a: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Acessando objetos </a:t>
            </a:r>
            <a:r>
              <a:rPr lang="pt-BR" dirty="0" err="1" smtClean="0"/>
              <a:t>htm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Para acessar um objeto </a:t>
            </a:r>
            <a:r>
              <a:rPr lang="pt-BR" dirty="0" err="1" smtClean="0"/>
              <a:t>htm</a:t>
            </a:r>
            <a:r>
              <a:rPr lang="pt-BR" dirty="0" smtClean="0"/>
              <a:t> e utilizado </a:t>
            </a:r>
            <a:r>
              <a:rPr lang="pt-BR" dirty="0" err="1" smtClean="0"/>
              <a:t>atraves</a:t>
            </a:r>
            <a:r>
              <a:rPr lang="pt-BR" dirty="0" smtClean="0"/>
              <a:t> do ID do objeto exemplo: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id="campo1”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="5.5"&gt;</a:t>
            </a:r>
          </a:p>
          <a:p>
            <a:pPr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var nota1 =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campo1.</a:t>
            </a: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&lt;/script&gt;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”&gt;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smtClean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calculadora</a:t>
            </a: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(n1, n2 , </a:t>
            </a:r>
            <a:r>
              <a:rPr lang="pt-BR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op</a:t>
            </a:r>
            <a:r>
              <a:rPr lang="pt-BR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pt-BR" b="1" dirty="0" smtClean="0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valor;</a:t>
            </a:r>
          </a:p>
          <a:p>
            <a:pPr>
              <a:buNone/>
            </a:pPr>
            <a:r>
              <a:rPr lang="pt-BR" b="1" dirty="0" smtClean="0">
                <a:solidFill>
                  <a:srgbClr val="FFC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pt-BR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b="1" dirty="0" smtClean="0">
                <a:latin typeface="Courier New" pitchFamily="49" charset="0"/>
                <a:cs typeface="Courier New" pitchFamily="49" charset="0"/>
              </a:rPr>
              <a:t>&lt;/script&gt;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&gt;&lt;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&lt;input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 id="campo1"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="0"&gt;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&lt;input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 id="campo2"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="0"&gt;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&lt;input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text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 id="campo3"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="0"&gt;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button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="somar"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onClick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Testar();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&lt;/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&gt;&lt;/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buNone/>
            </a:pPr>
            <a:r>
              <a:rPr lang="pt-BR" sz="1400" b="1" dirty="0" smtClean="0">
                <a:latin typeface="Courier New" pitchFamily="49" charset="0"/>
                <a:cs typeface="Courier New" pitchFamily="49" charset="0"/>
              </a:rPr>
              <a:t>&lt;script </a:t>
            </a:r>
            <a:r>
              <a:rPr lang="pt-BR" sz="1400" b="1" dirty="0" err="1" smtClean="0">
                <a:latin typeface="Courier New" pitchFamily="49" charset="0"/>
                <a:cs typeface="Courier New" pitchFamily="49" charset="0"/>
              </a:rPr>
              <a:t>language</a:t>
            </a:r>
            <a:r>
              <a:rPr lang="pt-BR" sz="1400" b="1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1400" b="1" dirty="0" err="1" smtClean="0">
                <a:latin typeface="Courier New" pitchFamily="49" charset="0"/>
                <a:cs typeface="Courier New" pitchFamily="49" charset="0"/>
              </a:rPr>
              <a:t>javascript</a:t>
            </a:r>
            <a:r>
              <a:rPr lang="pt-BR" sz="1400" b="1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Testar(){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var nota1 =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(campo1.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var nota2 = 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parseFloat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(campo2.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campo3.</a:t>
            </a: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pt-BR" sz="1400" b="1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somar(nota1,nota2)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pt-BR" sz="1400" dirty="0" err="1" smtClean="0">
                <a:latin typeface="Courier New" pitchFamily="49" charset="0"/>
                <a:cs typeface="Courier New" pitchFamily="49" charset="0"/>
              </a:rPr>
              <a:t>function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1400" b="1" dirty="0" smtClean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somar(n1, n2)</a:t>
            </a: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var resultado = n1 + n2;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1400" b="1" dirty="0" err="1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sz="1400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resultado;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pt-BR" sz="1400" dirty="0" smtClean="0">
                <a:latin typeface="Courier New" pitchFamily="49" charset="0"/>
                <a:cs typeface="Courier New" pitchFamily="49" charset="0"/>
              </a:rPr>
              <a:t>&lt;/script&gt;</a:t>
            </a:r>
            <a:endParaRPr lang="pt-BR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blocos de comandos que serão reutilizados</a:t>
            </a:r>
          </a:p>
          <a:p>
            <a:endParaRPr lang="pt-BR" dirty="0" smtClean="0"/>
          </a:p>
          <a:p>
            <a:r>
              <a:rPr lang="pt-BR" dirty="0" smtClean="0"/>
              <a:t>Podem ser evocadas através do próprio </a:t>
            </a:r>
            <a:r>
              <a:rPr lang="pt-BR" dirty="0" err="1" smtClean="0"/>
              <a:t>js</a:t>
            </a:r>
            <a:r>
              <a:rPr lang="pt-BR" dirty="0" smtClean="0"/>
              <a:t> e de eventos de objetos da tela.</a:t>
            </a:r>
          </a:p>
          <a:p>
            <a:endParaRPr lang="pt-BR" dirty="0" smtClean="0"/>
          </a:p>
          <a:p>
            <a:r>
              <a:rPr lang="pt-BR" dirty="0" smtClean="0"/>
              <a:t>Não é obrigatório a lista de parâmetros e o </a:t>
            </a:r>
            <a:r>
              <a:rPr lang="pt-BR" dirty="0" err="1" smtClean="0"/>
              <a:t>return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Eventos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pt-BR" dirty="0" smtClean="0"/>
              <a:t>Eventos são ações interativas da tela </a:t>
            </a:r>
          </a:p>
          <a:p>
            <a:r>
              <a:rPr lang="pt-BR" dirty="0" err="1" smtClean="0"/>
              <a:t>onClick</a:t>
            </a:r>
            <a:r>
              <a:rPr lang="pt-BR" dirty="0" smtClean="0"/>
              <a:t> – ao clicar o objeto</a:t>
            </a:r>
          </a:p>
          <a:p>
            <a:r>
              <a:rPr lang="pt-BR" dirty="0" err="1" smtClean="0"/>
              <a:t>onChange</a:t>
            </a:r>
            <a:r>
              <a:rPr lang="pt-BR" dirty="0" smtClean="0"/>
              <a:t> – ao alterar algum valor</a:t>
            </a:r>
          </a:p>
          <a:p>
            <a:r>
              <a:rPr lang="pt-BR" dirty="0" err="1" smtClean="0"/>
              <a:t>onFocus</a:t>
            </a:r>
            <a:r>
              <a:rPr lang="pt-BR" dirty="0" smtClean="0"/>
              <a:t> – quando objeto esta selecionado</a:t>
            </a:r>
          </a:p>
          <a:p>
            <a:r>
              <a:rPr lang="pt-BR" dirty="0" err="1" smtClean="0"/>
              <a:t>onMouseOver</a:t>
            </a:r>
            <a:r>
              <a:rPr lang="pt-BR" dirty="0" smtClean="0"/>
              <a:t> – quando o mouse esta em cima do  objeto</a:t>
            </a:r>
          </a:p>
          <a:p>
            <a:r>
              <a:rPr lang="pt-BR" dirty="0" err="1" smtClean="0"/>
              <a:t>onMouseOut</a:t>
            </a:r>
            <a:r>
              <a:rPr lang="pt-BR" dirty="0" smtClean="0"/>
              <a:t> – quando o mouse sai de cima do objeto</a:t>
            </a:r>
          </a:p>
          <a:p>
            <a:r>
              <a:rPr lang="pt-BR" dirty="0" err="1" smtClean="0"/>
              <a:t>onKeyUp</a:t>
            </a:r>
            <a:r>
              <a:rPr lang="pt-BR" dirty="0" smtClean="0"/>
              <a:t> – quando uma tecla e pressionada e solta</a:t>
            </a:r>
          </a:p>
          <a:p>
            <a:r>
              <a:rPr lang="pt-BR" dirty="0" err="1" smtClean="0"/>
              <a:t>onLoad</a:t>
            </a:r>
            <a:r>
              <a:rPr lang="pt-BR" dirty="0" smtClean="0"/>
              <a:t> – quando a pagina e carregada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Expressão Lógica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Uma expressão lógica e o comparativo de duas partes o qual vai retorna um tipo lógico (Verdadeiro ou Falso).</a:t>
            </a:r>
          </a:p>
          <a:p>
            <a:r>
              <a:rPr lang="pt-BR" dirty="0" smtClean="0"/>
              <a:t>Os operadores relacionais são utilizados para comparar variáveis, constantes e valores entre si.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Relacionais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 smtClean="0"/>
              <a:t>==</a:t>
            </a:r>
            <a:r>
              <a:rPr lang="pt-BR" dirty="0" smtClean="0"/>
              <a:t> Igualdade</a:t>
            </a:r>
          </a:p>
          <a:p>
            <a:r>
              <a:rPr lang="pt-BR" b="1" dirty="0" smtClean="0"/>
              <a:t>!=</a:t>
            </a:r>
            <a:r>
              <a:rPr lang="pt-BR" dirty="0" smtClean="0"/>
              <a:t> Diferente</a:t>
            </a:r>
          </a:p>
          <a:p>
            <a:r>
              <a:rPr lang="pt-BR" b="1" dirty="0" smtClean="0"/>
              <a:t>&gt;</a:t>
            </a:r>
            <a:r>
              <a:rPr lang="pt-BR" dirty="0" smtClean="0"/>
              <a:t> maior</a:t>
            </a:r>
          </a:p>
          <a:p>
            <a:r>
              <a:rPr lang="pt-BR" b="1" dirty="0" smtClean="0"/>
              <a:t>&gt;=</a:t>
            </a:r>
            <a:r>
              <a:rPr lang="pt-BR" dirty="0" smtClean="0"/>
              <a:t> maior igual</a:t>
            </a:r>
          </a:p>
          <a:p>
            <a:r>
              <a:rPr lang="pt-BR" b="1" dirty="0" smtClean="0"/>
              <a:t>&lt;</a:t>
            </a:r>
            <a:r>
              <a:rPr lang="pt-BR" dirty="0" smtClean="0"/>
              <a:t> menor </a:t>
            </a:r>
          </a:p>
          <a:p>
            <a:r>
              <a:rPr lang="pt-BR" b="1" dirty="0" smtClean="0"/>
              <a:t>&lt;=</a:t>
            </a:r>
            <a:r>
              <a:rPr lang="pt-BR" dirty="0" smtClean="0"/>
              <a:t> menor igual</a:t>
            </a:r>
          </a:p>
          <a:p>
            <a:pPr>
              <a:buNone/>
            </a:pPr>
            <a:r>
              <a:rPr lang="pt-BR" dirty="0" err="1" smtClean="0"/>
              <a:t>Exe</a:t>
            </a:r>
            <a:r>
              <a:rPr lang="pt-BR" dirty="0" smtClean="0"/>
              <a:t>: A=10, B=5</a:t>
            </a:r>
          </a:p>
          <a:p>
            <a:pPr>
              <a:buNone/>
            </a:pPr>
            <a:r>
              <a:rPr lang="pt-BR" dirty="0" smtClean="0"/>
              <a:t>A&gt;B =&gt; V ,  B&gt;=A =&gt; F , A==B =&gt; F</a:t>
            </a:r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Operadores Lógicos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Quando existe 2 a N condições lógicos e necessário utilizar os operadores lógicos para obter um resultado da expressão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&amp;&amp; - E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|</a:t>
            </a:r>
            <a:r>
              <a:rPr lang="pt-BR" dirty="0" err="1" smtClean="0">
                <a:solidFill>
                  <a:srgbClr val="FF0000"/>
                </a:solidFill>
              </a:rPr>
              <a:t>|</a:t>
            </a:r>
            <a:r>
              <a:rPr lang="pt-BR" dirty="0" smtClean="0">
                <a:solidFill>
                  <a:srgbClr val="FF0000"/>
                </a:solidFill>
              </a:rPr>
              <a:t> - OU</a:t>
            </a:r>
          </a:p>
          <a:p>
            <a:r>
              <a:rPr lang="pt-BR" dirty="0" smtClean="0">
                <a:solidFill>
                  <a:srgbClr val="FF0000"/>
                </a:solidFill>
              </a:rPr>
              <a:t>! – NÃO</a:t>
            </a:r>
          </a:p>
          <a:p>
            <a:r>
              <a:rPr lang="pt-BR" dirty="0" err="1" smtClean="0"/>
              <a:t>Exe</a:t>
            </a:r>
            <a:r>
              <a:rPr lang="pt-BR" dirty="0" smtClean="0"/>
              <a:t>: A= 3 , B=5, C=8</a:t>
            </a:r>
          </a:p>
          <a:p>
            <a:r>
              <a:rPr lang="pt-BR" dirty="0" smtClean="0"/>
              <a:t>A&gt;B  &amp;&amp; B&lt;=C   =&gt;  F &amp;&amp; V =&gt; F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Condição IF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pPr>
              <a:buNone/>
            </a:pPr>
            <a:r>
              <a:rPr lang="pt-BR" dirty="0" err="1" smtClean="0"/>
              <a:t>If</a:t>
            </a:r>
            <a:r>
              <a:rPr lang="pt-BR" b="1" dirty="0" smtClean="0">
                <a:solidFill>
                  <a:srgbClr val="002060"/>
                </a:solidFill>
              </a:rPr>
              <a:t>( a &gt;= b)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{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</a:rPr>
              <a:t>//caso verdadeiro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</a:rPr>
              <a:t>} </a:t>
            </a:r>
          </a:p>
          <a:p>
            <a:pPr>
              <a:buNone/>
            </a:pPr>
            <a:r>
              <a:rPr lang="pt-BR" dirty="0" err="1" smtClean="0">
                <a:solidFill>
                  <a:srgbClr val="0070C0"/>
                </a:solidFill>
              </a:rPr>
              <a:t>else</a:t>
            </a:r>
            <a:r>
              <a:rPr lang="pt-BR" dirty="0" smtClean="0">
                <a:solidFill>
                  <a:srgbClr val="0070C0"/>
                </a:solidFill>
              </a:rPr>
              <a:t> {</a:t>
            </a:r>
          </a:p>
          <a:p>
            <a:pPr lvl="1">
              <a:buNone/>
            </a:pPr>
            <a:r>
              <a:rPr lang="pt-BR" dirty="0" smtClean="0">
                <a:solidFill>
                  <a:srgbClr val="0070C0"/>
                </a:solidFill>
              </a:rPr>
              <a:t>//caso falso</a:t>
            </a:r>
          </a:p>
          <a:p>
            <a:pPr>
              <a:buNone/>
            </a:pPr>
            <a:r>
              <a:rPr lang="pt-BR" dirty="0" smtClean="0">
                <a:solidFill>
                  <a:srgbClr val="0070C0"/>
                </a:solidFill>
              </a:rPr>
              <a:t>}</a:t>
            </a:r>
            <a:endParaRPr lang="pt-BR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Condição IF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pPr>
              <a:buNone/>
            </a:pP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(nome.</a:t>
            </a: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== “”)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alert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(“informe o nome !”)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	nome.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focus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pt-BR" b="1" dirty="0" err="1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b="1" dirty="0" smtClean="0">
                <a:solidFill>
                  <a:schemeClr val="accent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pt-BR" b="1" dirty="0">
              <a:solidFill>
                <a:schemeClr val="accent1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Condição IF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(nome.</a:t>
            </a: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value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.</a:t>
            </a:r>
            <a:r>
              <a:rPr lang="pt-BR" b="1" dirty="0" err="1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length</a:t>
            </a:r>
            <a:r>
              <a:rPr lang="pt-BR" b="1" dirty="0" smtClean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&lt;= 3)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alert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(“digite um nome com mais de  3 caracteres!”);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	nome.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focus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b="1" dirty="0" err="1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pt-BR" b="1" dirty="0" smtClean="0">
                <a:solidFill>
                  <a:srgbClr val="92D050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pt-B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Comando de Repetição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Enquanto Faça (0...N)</a:t>
            </a:r>
          </a:p>
          <a:p>
            <a:pPr lvl="1">
              <a:buNone/>
            </a:pPr>
            <a:r>
              <a:rPr lang="pt-BR" dirty="0" smtClean="0"/>
              <a:t>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codição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&gt;) {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//bloco de comandos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pt-BR" dirty="0" smtClean="0"/>
              <a:t>Faça Enquanto(1...N)</a:t>
            </a:r>
          </a:p>
          <a:p>
            <a:pPr lvl="1">
              <a:buNone/>
            </a:pPr>
            <a:r>
              <a:rPr lang="pt-BR" dirty="0" smtClean="0"/>
              <a:t>	do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//bloco de comandos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(&lt;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codição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&gt;); </a:t>
            </a:r>
          </a:p>
          <a:p>
            <a:pPr lvl="2">
              <a:buNone/>
            </a:pP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Repetição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Faça Ate(</a:t>
            </a:r>
            <a:r>
              <a:rPr lang="pt-BR" dirty="0" err="1" smtClean="0"/>
              <a:t>X.</a:t>
            </a:r>
            <a:r>
              <a:rPr lang="pt-BR" dirty="0" smtClean="0"/>
              <a:t>..Y)</a:t>
            </a:r>
          </a:p>
          <a:p>
            <a:pPr lvl="1">
              <a:buNone/>
            </a:pPr>
            <a:r>
              <a:rPr lang="pt-BR" dirty="0" smtClean="0"/>
              <a:t>	for(i=0; i &lt;10 ; i++)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//bloco de comandos</a:t>
            </a:r>
          </a:p>
          <a:p>
            <a:pPr lvl="2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lvl="2"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pt-BR" dirty="0" smtClean="0"/>
              <a:t>Aonde</a:t>
            </a:r>
          </a:p>
          <a:p>
            <a:pPr lvl="3"/>
            <a:r>
              <a:rPr lang="pt-BR" dirty="0" err="1" smtClean="0"/>
              <a:t>int</a:t>
            </a:r>
            <a:r>
              <a:rPr lang="pt-BR" dirty="0" smtClean="0"/>
              <a:t> i=1 =&gt; iniciando contador </a:t>
            </a:r>
          </a:p>
          <a:p>
            <a:pPr lvl="3"/>
            <a:r>
              <a:rPr lang="pt-BR" dirty="0" smtClean="0"/>
              <a:t>i &lt; 10 =&gt; condição </a:t>
            </a:r>
            <a:r>
              <a:rPr lang="pt-BR" dirty="0" err="1" smtClean="0"/>
              <a:t>logica</a:t>
            </a:r>
            <a:r>
              <a:rPr lang="pt-BR" dirty="0" smtClean="0"/>
              <a:t> do contador</a:t>
            </a:r>
          </a:p>
          <a:p>
            <a:pPr lvl="3"/>
            <a:r>
              <a:rPr lang="pt-BR" dirty="0" smtClean="0"/>
              <a:t>i++ =&gt; formato de incremento </a:t>
            </a:r>
          </a:p>
          <a:p>
            <a:pPr lvl="2"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 lvl="2"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Comando de Repetição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dirty="0" smtClean="0"/>
              <a:t>var total = 0;</a:t>
            </a:r>
          </a:p>
          <a:p>
            <a:pPr lvl="1">
              <a:buNone/>
            </a:pPr>
            <a:endParaRPr lang="pt-BR" dirty="0" smtClean="0"/>
          </a:p>
          <a:p>
            <a:pPr lvl="1">
              <a:buNone/>
            </a:pPr>
            <a:r>
              <a:rPr lang="pt-BR" dirty="0" smtClean="0"/>
              <a:t>For(i = 0; i &lt; caixa.</a:t>
            </a:r>
            <a:r>
              <a:rPr lang="pt-BR" dirty="0" err="1" smtClean="0"/>
              <a:t>length</a:t>
            </a:r>
            <a:r>
              <a:rPr lang="pt-BR" dirty="0" smtClean="0"/>
              <a:t>; i++){</a:t>
            </a:r>
          </a:p>
          <a:p>
            <a:pPr lvl="1">
              <a:buNone/>
            </a:pPr>
            <a:r>
              <a:rPr lang="pt-BR" dirty="0" smtClean="0"/>
              <a:t>	total = total + </a:t>
            </a:r>
            <a:r>
              <a:rPr lang="pt-BR" dirty="0" err="1" smtClean="0"/>
              <a:t>parseInt</a:t>
            </a:r>
            <a:r>
              <a:rPr lang="pt-BR" dirty="0" smtClean="0"/>
              <a:t>(caixa[i].</a:t>
            </a:r>
            <a:r>
              <a:rPr lang="pt-BR" dirty="0" err="1" smtClean="0"/>
              <a:t>value</a:t>
            </a:r>
            <a:r>
              <a:rPr lang="pt-BR" dirty="0" smtClean="0"/>
              <a:t>);</a:t>
            </a:r>
          </a:p>
          <a:p>
            <a:pPr lvl="1">
              <a:buNone/>
            </a:pPr>
            <a:r>
              <a:rPr lang="pt-BR" dirty="0" smtClean="0"/>
              <a:t>}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127</TotalTime>
  <Words>571</Words>
  <Application>Microsoft Office PowerPoint</Application>
  <PresentationFormat>Apresentação na tela (4:3)</PresentationFormat>
  <Paragraphs>178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Courier New</vt:lpstr>
      <vt:lpstr>Tw Cen MT</vt:lpstr>
      <vt:lpstr>Wingdings</vt:lpstr>
      <vt:lpstr>Wingdings 2</vt:lpstr>
      <vt:lpstr>Mediano</vt:lpstr>
      <vt:lpstr>Javascript</vt:lpstr>
      <vt:lpstr>O que é</vt:lpstr>
      <vt:lpstr>O que é</vt:lpstr>
      <vt:lpstr>Caracteristicas</vt:lpstr>
      <vt:lpstr>Tag</vt:lpstr>
      <vt:lpstr>Mensagem</vt:lpstr>
      <vt:lpstr>Criando Variáveis</vt:lpstr>
      <vt:lpstr>Convertendo Tipos</vt:lpstr>
      <vt:lpstr>Convertendo Tipos</vt:lpstr>
      <vt:lpstr>Operador de associação</vt:lpstr>
      <vt:lpstr>Operadores Aritméticos</vt:lpstr>
      <vt:lpstr>Acessando objetos htm</vt:lpstr>
      <vt:lpstr>Funções</vt:lpstr>
      <vt:lpstr>Funções</vt:lpstr>
      <vt:lpstr>Funções</vt:lpstr>
      <vt:lpstr>Eventos</vt:lpstr>
      <vt:lpstr>Expressão Lógica</vt:lpstr>
      <vt:lpstr>Operadores Relacionais</vt:lpstr>
      <vt:lpstr>Operadores Lógicos</vt:lpstr>
      <vt:lpstr>Comando de Condição IF</vt:lpstr>
      <vt:lpstr>Comando de Condição IF</vt:lpstr>
      <vt:lpstr>Comando de Condição IF</vt:lpstr>
      <vt:lpstr>Comando de Repetição</vt:lpstr>
      <vt:lpstr>Comando de Repetição</vt:lpstr>
      <vt:lpstr>Comando de Repetição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</dc:title>
  <dc:creator>aluno</dc:creator>
  <cp:lastModifiedBy>L00M00</cp:lastModifiedBy>
  <cp:revision>25</cp:revision>
  <dcterms:created xsi:type="dcterms:W3CDTF">2012-08-30T22:08:14Z</dcterms:created>
  <dcterms:modified xsi:type="dcterms:W3CDTF">2018-08-31T11:47:02Z</dcterms:modified>
</cp:coreProperties>
</file>