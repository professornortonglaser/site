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6" r:id="rId11"/>
    <p:sldId id="267" r:id="rId12"/>
    <p:sldId id="269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8/7/2018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Analise e desenvolvimento de sistemas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Ministro aulas na Fatec Ipiranga e Fatec São Caetano do Sul</a:t>
            </a:r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Ferramentas Web</a:t>
            </a:r>
          </a:p>
          <a:p>
            <a:pPr lvl="1"/>
            <a:r>
              <a:rPr lang="pt-BR" dirty="0" smtClean="0"/>
              <a:t>Programação em microinformática	</a:t>
            </a:r>
          </a:p>
          <a:p>
            <a:r>
              <a:rPr lang="pt-BR" dirty="0" smtClean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professor.norton.net.br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 smtClean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das 17:00 as 22:40</a:t>
            </a:r>
          </a:p>
          <a:p>
            <a:pPr lvl="1"/>
            <a:r>
              <a:rPr lang="pt-BR" dirty="0" smtClean="0"/>
              <a:t>Terças das 18:30 as 22:40</a:t>
            </a:r>
          </a:p>
          <a:p>
            <a:pPr lvl="1"/>
            <a:r>
              <a:rPr lang="pt-BR" dirty="0" smtClean="0"/>
              <a:t>Quinta das 17:00 as 22:40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1 aula – aula teórica</a:t>
            </a:r>
          </a:p>
          <a:p>
            <a:r>
              <a:rPr lang="pt-BR" dirty="0" smtClean="0"/>
              <a:t>2 aula – atividade pratica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80 aulas no semestre, 4 aulas por dia</a:t>
            </a:r>
          </a:p>
          <a:p>
            <a:r>
              <a:rPr lang="pt-BR" dirty="0" smtClean="0"/>
              <a:t>20 faltas ou 5 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Primeira Chamada as 20:00 (09:00 Sábados)</a:t>
            </a:r>
          </a:p>
          <a:p>
            <a:pPr lvl="1"/>
            <a:r>
              <a:rPr lang="pt-BR" dirty="0" smtClean="0"/>
              <a:t>Segunda Chamada – Entrega das Atividades</a:t>
            </a:r>
          </a:p>
          <a:p>
            <a:r>
              <a:rPr lang="pt-BR" dirty="0" smtClean="0"/>
              <a:t>Vespertino</a:t>
            </a:r>
          </a:p>
          <a:p>
            <a:pPr lvl="1"/>
            <a:r>
              <a:rPr lang="pt-BR" dirty="0" smtClean="0"/>
              <a:t>Chamada as 18:00</a:t>
            </a:r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 e 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 smtClean="0"/>
              <a:t>Ementa</a:t>
            </a:r>
          </a:p>
          <a:p>
            <a:pPr lvl="1"/>
            <a:r>
              <a:rPr lang="pt-BR" dirty="0" smtClean="0"/>
              <a:t>Programação </a:t>
            </a:r>
            <a:r>
              <a:rPr lang="pt-BR" dirty="0"/>
              <a:t>e personalização de aplicações em processador de texto, planilha eletrônica e banco de dados. Criação e uso</a:t>
            </a:r>
            <a:br>
              <a:rPr lang="pt-BR" dirty="0"/>
            </a:br>
            <a:r>
              <a:rPr lang="pt-BR" dirty="0"/>
              <a:t>de variáveis, configuração de componentes: botões, caixas de texto, botões de opção, caixas de listagem e combinação.</a:t>
            </a:r>
            <a:br>
              <a:rPr lang="pt-BR" dirty="0"/>
            </a:br>
            <a:r>
              <a:rPr lang="pt-BR" dirty="0"/>
              <a:t>Tratamento a </a:t>
            </a:r>
            <a:r>
              <a:rPr lang="pt-BR" dirty="0" smtClean="0"/>
              <a:t>eventos</a:t>
            </a:r>
          </a:p>
          <a:p>
            <a:r>
              <a:rPr lang="pt-BR" dirty="0" smtClean="0"/>
              <a:t>Objetivo</a:t>
            </a:r>
            <a:endParaRPr lang="pt-BR" dirty="0"/>
          </a:p>
          <a:p>
            <a:pPr lvl="1"/>
            <a:r>
              <a:rPr lang="pt-BR" dirty="0" smtClean="0"/>
              <a:t>Conhecer </a:t>
            </a:r>
            <a:r>
              <a:rPr lang="pt-BR" dirty="0"/>
              <a:t>e aplicar recursos de programação orientada a eventos para personalizar aplicativos de escritório ( editor de</a:t>
            </a:r>
            <a:br>
              <a:rPr lang="pt-BR" dirty="0"/>
            </a:br>
            <a:r>
              <a:rPr lang="pt-BR" dirty="0"/>
              <a:t>textos, planilhas e banco de dados)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879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Ensino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Introdução e Conceitos -&gt; Apresentação da disciplina, conceitos e objetivos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VBA </a:t>
            </a:r>
            <a:r>
              <a:rPr lang="pt-BR" dirty="0"/>
              <a:t>- Conhecendo o MS Word -&gt; Introdução ao aplicativo MS Word, recursos, funcionalidades e </a:t>
            </a:r>
            <a:r>
              <a:rPr lang="pt-BR" dirty="0" smtClean="0"/>
              <a:t>possíveis </a:t>
            </a:r>
            <a:r>
              <a:rPr lang="pt-BR" dirty="0"/>
              <a:t>automações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VBA </a:t>
            </a:r>
            <a:r>
              <a:rPr lang="pt-BR" dirty="0"/>
              <a:t>- Conhecendo o MS Excel -&gt; Introdução ao aplicativo MS Excel, recursos, funcionalidades e </a:t>
            </a:r>
            <a:r>
              <a:rPr lang="pt-BR" dirty="0" smtClean="0"/>
              <a:t>possíveis automações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VBA </a:t>
            </a:r>
            <a:r>
              <a:rPr lang="pt-BR" dirty="0"/>
              <a:t>- Conhecendo o MS Access -&gt; Introdução ao aplicativo MS Access, recursos, funcionalidades e </a:t>
            </a:r>
            <a:r>
              <a:rPr lang="pt-BR" dirty="0" smtClean="0"/>
              <a:t>possíveis automações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VBA </a:t>
            </a:r>
            <a:r>
              <a:rPr lang="pt-BR" dirty="0"/>
              <a:t>- Ambiente de Desenvolvimento -&gt; Utilização do ambiente de programação do VBA.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VBA </a:t>
            </a:r>
            <a:r>
              <a:rPr lang="pt-BR" dirty="0"/>
              <a:t>- Utilização de componentes -&gt; Utilização de componentes do VBA, eventos, funções e </a:t>
            </a:r>
            <a:r>
              <a:rPr lang="pt-BR" dirty="0" smtClean="0"/>
              <a:t>métodos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VBA </a:t>
            </a:r>
            <a:r>
              <a:rPr lang="pt-BR" dirty="0"/>
              <a:t>- variáveis, operadores e estruturas -&gt; Uso de constantes e variáveis e estruturas de seleção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VBA </a:t>
            </a:r>
            <a:r>
              <a:rPr lang="pt-BR" dirty="0"/>
              <a:t>- estruturas de controle e repetição -&gt; Utilização de estruturas de controle e repetição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Revisão </a:t>
            </a:r>
            <a:r>
              <a:rPr lang="pt-BR" dirty="0"/>
              <a:t>para a prova P1 -&gt; Revisão dos </a:t>
            </a:r>
            <a:r>
              <a:rPr lang="pt-BR" dirty="0" err="1"/>
              <a:t>topicos</a:t>
            </a:r>
            <a:r>
              <a:rPr lang="pt-BR" dirty="0"/>
              <a:t> expostos no primeiro bimestre, realização de listas de reforço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</a:t>
            </a:r>
            <a:r>
              <a:rPr lang="pt-BR" dirty="0" smtClean="0"/>
              <a:t>Prova </a:t>
            </a:r>
            <a:r>
              <a:rPr lang="pt-BR" dirty="0"/>
              <a:t>P1 -&gt; Prova prática realizada em laboratório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5830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Vista </a:t>
            </a:r>
            <a:r>
              <a:rPr lang="pt-BR" dirty="0"/>
              <a:t>da Prova P1 -&gt; Revisão e vista da prova p1 Introdução ao conceito de scripts Arquivos BAT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Scripts </a:t>
            </a:r>
            <a:r>
              <a:rPr lang="pt-BR" dirty="0"/>
              <a:t>- </a:t>
            </a:r>
            <a:r>
              <a:rPr lang="pt-BR" dirty="0" err="1"/>
              <a:t>Vbscript</a:t>
            </a:r>
            <a:r>
              <a:rPr lang="pt-BR" dirty="0"/>
              <a:t> -&gt; Definições, aplicações e estruturas </a:t>
            </a:r>
            <a:r>
              <a:rPr lang="pt-BR" dirty="0" smtClean="0"/>
              <a:t>básicas Variáveis, </a:t>
            </a:r>
            <a:r>
              <a:rPr lang="pt-BR" dirty="0"/>
              <a:t>constantes, estruturas de seleção </a:t>
            </a:r>
            <a:r>
              <a:rPr lang="pt-BR" dirty="0" smtClean="0"/>
              <a:t>e estruturas </a:t>
            </a:r>
            <a:r>
              <a:rPr lang="pt-BR" dirty="0"/>
              <a:t>de repetição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Scripts </a:t>
            </a:r>
            <a:r>
              <a:rPr lang="pt-BR" dirty="0"/>
              <a:t>- </a:t>
            </a:r>
            <a:r>
              <a:rPr lang="pt-BR" dirty="0" err="1"/>
              <a:t>Vbscript</a:t>
            </a:r>
            <a:r>
              <a:rPr lang="pt-BR" dirty="0"/>
              <a:t> -&gt; Acesso e manipulação de </a:t>
            </a:r>
            <a:r>
              <a:rPr lang="pt-BR" dirty="0" smtClean="0"/>
              <a:t>arquivos Acesso </a:t>
            </a:r>
            <a:r>
              <a:rPr lang="pt-BR" dirty="0"/>
              <a:t>e integração com outros aplicativos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Scripts </a:t>
            </a:r>
            <a:r>
              <a:rPr lang="pt-BR" dirty="0"/>
              <a:t>- Python -&gt; Conceitos e </a:t>
            </a:r>
            <a:r>
              <a:rPr lang="pt-BR" dirty="0" smtClean="0"/>
              <a:t>aplicações Estruturas essências: variáveis, </a:t>
            </a:r>
            <a:r>
              <a:rPr lang="pt-BR" dirty="0"/>
              <a:t>comandos de seleção e comandos </a:t>
            </a:r>
            <a:r>
              <a:rPr lang="pt-BR" dirty="0" smtClean="0"/>
              <a:t>de repetição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Scripts </a:t>
            </a:r>
            <a:r>
              <a:rPr lang="pt-BR" dirty="0"/>
              <a:t>- Python -&gt; Acesso e manipulação de arquivos, integração com outras aplicações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Scripts </a:t>
            </a:r>
            <a:r>
              <a:rPr lang="pt-BR" dirty="0"/>
              <a:t>- Python -&gt; Utilização de mensagens e alertas, utilização de interface </a:t>
            </a:r>
            <a:r>
              <a:rPr lang="pt-BR" dirty="0" err="1"/>
              <a:t>grafica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Revisão </a:t>
            </a:r>
            <a:r>
              <a:rPr lang="pt-BR" dirty="0"/>
              <a:t>para a prova P2 -&gt; Revisão dos </a:t>
            </a:r>
            <a:r>
              <a:rPr lang="pt-BR" dirty="0" err="1"/>
              <a:t>topicos</a:t>
            </a:r>
            <a:r>
              <a:rPr lang="pt-BR" dirty="0"/>
              <a:t> expostos no primeiro bimestre, realização de listas de reforço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Prova </a:t>
            </a:r>
            <a:r>
              <a:rPr lang="pt-BR" dirty="0"/>
              <a:t>P2 -&gt; Prova prática em laboratório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Vista </a:t>
            </a:r>
            <a:r>
              <a:rPr lang="pt-BR" dirty="0"/>
              <a:t>da Prova P2 -&gt; Vista e correção da prova p2, revisão para prova P3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Prova </a:t>
            </a:r>
            <a:r>
              <a:rPr lang="pt-BR" dirty="0"/>
              <a:t>P3 -&gt; Prova prática em laboratório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522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Bibliografia </a:t>
            </a:r>
            <a:r>
              <a:rPr lang="pt-BR" dirty="0" smtClean="0"/>
              <a:t>Básica</a:t>
            </a:r>
            <a:endParaRPr lang="pt-BR" dirty="0"/>
          </a:p>
          <a:p>
            <a:pPr lvl="1"/>
            <a:r>
              <a:rPr lang="pt-BR" dirty="0" smtClean="0"/>
              <a:t>BROWN</a:t>
            </a:r>
            <a:r>
              <a:rPr lang="pt-BR" dirty="0"/>
              <a:t>, Charles E.; PETRUSCA, Ron. Programando em ACCESS com VBA. 1.ed. Alta Books, 2006. FERNANDES, M. Desenvolvendo</a:t>
            </a:r>
            <a:br>
              <a:rPr lang="pt-BR" dirty="0"/>
            </a:br>
            <a:r>
              <a:rPr lang="pt-BR" dirty="0"/>
              <a:t>Aplicações Poderosas com Excel e VBA. Ciência Moderna, </a:t>
            </a:r>
            <a:r>
              <a:rPr lang="pt-BR" dirty="0" smtClean="0"/>
              <a:t>2005</a:t>
            </a:r>
          </a:p>
          <a:p>
            <a:r>
              <a:rPr lang="pt-BR" dirty="0"/>
              <a:t>Bibliografia </a:t>
            </a:r>
            <a:r>
              <a:rPr lang="pt-BR" dirty="0" smtClean="0"/>
              <a:t>Complementar</a:t>
            </a:r>
            <a:endParaRPr lang="pt-BR" dirty="0"/>
          </a:p>
          <a:p>
            <a:pPr lvl="1"/>
            <a:r>
              <a:rPr lang="pt-BR" dirty="0" smtClean="0"/>
              <a:t>VIANA</a:t>
            </a:r>
            <a:r>
              <a:rPr lang="pt-BR" dirty="0"/>
              <a:t>, Hamilton M. Programação em Microinformática - VBA com Word/Excel/Access p/ Office 2007 (V 3.1). São Paulo:</a:t>
            </a:r>
            <a:br>
              <a:rPr lang="pt-BR" dirty="0"/>
            </a:br>
            <a:r>
              <a:rPr lang="pt-BR" dirty="0"/>
              <a:t>2013.80p. FABIANI, Maria Claudia de M. Programação em Microinformática para Office 2007. São Paulo: 2013.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4451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105</TotalTime>
  <Words>629</Words>
  <Application>Microsoft Office PowerPoint</Application>
  <PresentationFormat>Apresentação na tela (4:3)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  <vt:lpstr>Ementa e Objetivos</vt:lpstr>
      <vt:lpstr>Plano de Ensino</vt:lpstr>
      <vt:lpstr>Plano de Ensino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Professor</cp:lastModifiedBy>
  <cp:revision>17</cp:revision>
  <dcterms:created xsi:type="dcterms:W3CDTF">2014-01-27T15:41:35Z</dcterms:created>
  <dcterms:modified xsi:type="dcterms:W3CDTF">2018-08-07T23:54:19Z</dcterms:modified>
</cp:coreProperties>
</file>