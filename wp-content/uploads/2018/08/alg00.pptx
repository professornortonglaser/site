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2" r:id="rId10"/>
    <p:sldId id="266" r:id="rId11"/>
    <p:sldId id="267" r:id="rId12"/>
    <p:sldId id="269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Analise e desenvolvimento de sistemas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Formado pela UNICAMP </a:t>
            </a:r>
          </a:p>
          <a:p>
            <a:r>
              <a:rPr lang="pt-BR" dirty="0" smtClean="0"/>
              <a:t>Professor universitário desde 2005</a:t>
            </a:r>
          </a:p>
          <a:p>
            <a:r>
              <a:rPr lang="pt-BR" dirty="0" smtClean="0"/>
              <a:t>Ministro aulas na Fatec Ipiranga e Fatec São Caetano do Sul</a:t>
            </a:r>
          </a:p>
          <a:p>
            <a:pPr lvl="1"/>
            <a:r>
              <a:rPr lang="pt-BR" dirty="0" smtClean="0"/>
              <a:t>Algoritmos</a:t>
            </a:r>
          </a:p>
          <a:p>
            <a:pPr lvl="1"/>
            <a:r>
              <a:rPr lang="pt-BR" dirty="0" smtClean="0"/>
              <a:t>Programação Web</a:t>
            </a:r>
          </a:p>
          <a:p>
            <a:pPr lvl="1"/>
            <a:r>
              <a:rPr lang="pt-BR" dirty="0" smtClean="0"/>
              <a:t>Ferramentas </a:t>
            </a:r>
            <a:r>
              <a:rPr lang="pt-BR" dirty="0" smtClean="0"/>
              <a:t>Web</a:t>
            </a:r>
          </a:p>
          <a:p>
            <a:pPr lvl="1"/>
            <a:r>
              <a:rPr lang="pt-BR" dirty="0" smtClean="0"/>
              <a:t>Programação em microinformática	</a:t>
            </a:r>
            <a:endParaRPr lang="pt-BR" dirty="0" smtClean="0"/>
          </a:p>
          <a:p>
            <a:r>
              <a:rPr lang="pt-BR" dirty="0" smtClean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 smtClean="0"/>
              <a:t>professor.norton.net.br</a:t>
            </a:r>
            <a:endParaRPr lang="pt-BR" sz="4400" b="1" dirty="0" smtClean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Material</a:t>
            </a:r>
          </a:p>
          <a:p>
            <a:r>
              <a:rPr lang="pt-BR" dirty="0" smtClean="0"/>
              <a:t>Atividades</a:t>
            </a:r>
          </a:p>
          <a:p>
            <a:r>
              <a:rPr lang="pt-BR" dirty="0" smtClean="0"/>
              <a:t>Links</a:t>
            </a:r>
          </a:p>
          <a:p>
            <a:pPr lvl="1"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 smtClean="0"/>
              <a:t>Norton.glaser@fatec.sp.gov.br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Segunda das 17:00 as </a:t>
            </a:r>
            <a:r>
              <a:rPr lang="pt-BR" dirty="0" smtClean="0"/>
              <a:t>22:40</a:t>
            </a:r>
          </a:p>
          <a:p>
            <a:pPr lvl="1"/>
            <a:r>
              <a:rPr lang="pt-BR" dirty="0" smtClean="0"/>
              <a:t>Terças das 18:30 as 22:40</a:t>
            </a:r>
            <a:endParaRPr lang="pt-BR" dirty="0" smtClean="0"/>
          </a:p>
          <a:p>
            <a:pPr lvl="1"/>
            <a:r>
              <a:rPr lang="pt-BR" dirty="0" smtClean="0"/>
              <a:t>Quinta das 17:00 as 22:40</a:t>
            </a:r>
          </a:p>
          <a:p>
            <a:pPr lvl="1"/>
            <a:r>
              <a:rPr lang="pt-BR" dirty="0" smtClean="0"/>
              <a:t>Sábado das 08:00 as 11:40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1 aula – aula teórica</a:t>
            </a:r>
          </a:p>
          <a:p>
            <a:r>
              <a:rPr lang="pt-BR" dirty="0" smtClean="0"/>
              <a:t>2 aula – atividade pratica</a:t>
            </a:r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Atividade pratica (20%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P1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P2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P3</a:t>
            </a:r>
          </a:p>
          <a:p>
            <a:pPr lvl="1"/>
            <a:r>
              <a:rPr lang="pt-BR" dirty="0" smtClean="0"/>
              <a:t>100% Prova sem consulta contemplando todo o conteúdo do semestre.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Maximo de 25% de faltas</a:t>
            </a:r>
          </a:p>
          <a:p>
            <a:r>
              <a:rPr lang="pt-BR" dirty="0" smtClean="0"/>
              <a:t>80 aulas no semestre, 4 aulas por dia</a:t>
            </a:r>
          </a:p>
          <a:p>
            <a:r>
              <a:rPr lang="pt-BR" dirty="0" smtClean="0"/>
              <a:t>20 </a:t>
            </a:r>
            <a:r>
              <a:rPr lang="pt-BR" dirty="0" smtClean="0"/>
              <a:t>faltas ou </a:t>
            </a:r>
            <a:r>
              <a:rPr lang="pt-BR" dirty="0" smtClean="0"/>
              <a:t>5 </a:t>
            </a:r>
            <a:r>
              <a:rPr lang="pt-BR" dirty="0" smtClean="0"/>
              <a:t>dias no semestre</a:t>
            </a:r>
          </a:p>
          <a:p>
            <a:r>
              <a:rPr lang="pt-BR" dirty="0" smtClean="0"/>
              <a:t>Noturno</a:t>
            </a:r>
          </a:p>
          <a:p>
            <a:pPr lvl="1"/>
            <a:r>
              <a:rPr lang="pt-BR" dirty="0" smtClean="0"/>
              <a:t>Primeira Chamada as 20:00 (09:00 Sábados)</a:t>
            </a:r>
          </a:p>
          <a:p>
            <a:pPr lvl="1"/>
            <a:r>
              <a:rPr lang="pt-BR" dirty="0" smtClean="0"/>
              <a:t>Segunda Chamada </a:t>
            </a:r>
            <a:r>
              <a:rPr lang="pt-BR" dirty="0" smtClean="0"/>
              <a:t>– Entrega das Atividades</a:t>
            </a:r>
            <a:endParaRPr lang="pt-BR" dirty="0" smtClean="0"/>
          </a:p>
          <a:p>
            <a:r>
              <a:rPr lang="pt-BR" dirty="0" smtClean="0"/>
              <a:t>Vespertino</a:t>
            </a:r>
          </a:p>
          <a:p>
            <a:pPr lvl="1"/>
            <a:r>
              <a:rPr lang="pt-BR" dirty="0" smtClean="0"/>
              <a:t>Chamada as 18:00</a:t>
            </a:r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Faltas serão abonadas caso comunicadas com antecedência, por e-mail com justificativas plausíveis.</a:t>
            </a:r>
          </a:p>
          <a:p>
            <a:pPr lvl="1"/>
            <a:r>
              <a:rPr lang="pt-BR" dirty="0" smtClean="0"/>
              <a:t>Questões de Saúde.</a:t>
            </a:r>
          </a:p>
          <a:p>
            <a:pPr lvl="1"/>
            <a:r>
              <a:rPr lang="pt-BR" dirty="0" smtClean="0"/>
              <a:t>Problemas eventuais no trabalho.</a:t>
            </a:r>
          </a:p>
          <a:p>
            <a:pPr lvl="1"/>
            <a:r>
              <a:rPr lang="pt-BR" dirty="0" smtClean="0"/>
              <a:t>Cursos na área, comprovados com certificados.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 e 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Ementa </a:t>
            </a:r>
            <a:endParaRPr lang="pt-BR" dirty="0" smtClean="0"/>
          </a:p>
          <a:p>
            <a:pPr lvl="1"/>
            <a:r>
              <a:rPr lang="pt-BR" dirty="0" smtClean="0"/>
              <a:t>Método </a:t>
            </a:r>
            <a:r>
              <a:rPr lang="pt-BR" dirty="0"/>
              <a:t>para desenvolvimento de algoritmos. Modularidade e abstração. Tipos de dados básicos e representações gráficas dos principais comandos em uma linguagem procedural. Expressões aritméticas, lógicas e literais. Estruturas básicas de programas (</a:t>
            </a:r>
            <a:r>
              <a:rPr lang="pt-BR" dirty="0" err="1"/>
              <a:t>seqüência</a:t>
            </a:r>
            <a:r>
              <a:rPr lang="pt-BR" dirty="0"/>
              <a:t>, iteração, seleção simples e múltipla). Algoritmos para manipulação de estruturas básicas. </a:t>
            </a:r>
            <a:endParaRPr lang="pt-BR" dirty="0" smtClean="0"/>
          </a:p>
          <a:p>
            <a:r>
              <a:rPr lang="pt-BR" dirty="0" smtClean="0"/>
              <a:t>Objetivo </a:t>
            </a:r>
          </a:p>
          <a:p>
            <a:pPr lvl="1"/>
            <a:r>
              <a:rPr lang="pt-BR" dirty="0" smtClean="0"/>
              <a:t>Analisar </a:t>
            </a:r>
            <a:r>
              <a:rPr lang="pt-BR" dirty="0"/>
              <a:t>problemas e projetar, validar soluções computacionais para os mesmos, através do uso de metodologias, técnicas e ferramentas de programação envolvendo elementos básicos da construção de algoritmos e programas de computador.</a:t>
            </a:r>
          </a:p>
        </p:txBody>
      </p:sp>
    </p:spTree>
    <p:extLst>
      <p:ext uri="{BB962C8B-B14F-4D97-AF65-F5344CB8AC3E}">
        <p14:creationId xmlns:p14="http://schemas.microsoft.com/office/powerpoint/2010/main" val="3018792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Plano de Ensino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 smtClean="0"/>
              <a:t>Apresentação </a:t>
            </a:r>
            <a:r>
              <a:rPr lang="pt-BR" dirty="0"/>
              <a:t>de Plano de Ensino e introdução -&gt; Conceitos sobre Lógica, algoritmos e Programação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Representações </a:t>
            </a:r>
            <a:r>
              <a:rPr lang="pt-BR" dirty="0"/>
              <a:t>de um algoritmo -&gt; </a:t>
            </a:r>
            <a:r>
              <a:rPr lang="pt-BR" dirty="0" smtClean="0"/>
              <a:t>português </a:t>
            </a:r>
            <a:r>
              <a:rPr lang="pt-BR" dirty="0"/>
              <a:t>estruturado, fluxograma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Conceitos </a:t>
            </a:r>
            <a:r>
              <a:rPr lang="pt-BR" dirty="0"/>
              <a:t>de programas de computadores e da linguagem C -&gt; apresentação da ferramenta, conceitos do ciclo </a:t>
            </a:r>
            <a:r>
              <a:rPr lang="pt-BR" dirty="0" smtClean="0"/>
              <a:t>de software</a:t>
            </a:r>
            <a:r>
              <a:rPr lang="pt-B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Conceitos </a:t>
            </a:r>
            <a:r>
              <a:rPr lang="pt-BR" dirty="0"/>
              <a:t>de variáveis, constantes, operadores aritméticos, operadores relacionais -&gt; utilização da linguagem </a:t>
            </a:r>
            <a:r>
              <a:rPr lang="pt-BR" dirty="0" smtClean="0"/>
              <a:t>de programação C para </a:t>
            </a:r>
            <a:r>
              <a:rPr lang="pt-BR" dirty="0"/>
              <a:t>cria e instanciar </a:t>
            </a:r>
            <a:r>
              <a:rPr lang="pt-BR" dirty="0" smtClean="0"/>
              <a:t>variáveis, </a:t>
            </a:r>
            <a:r>
              <a:rPr lang="pt-BR" dirty="0"/>
              <a:t>operadores de associação, expressões </a:t>
            </a:r>
            <a:r>
              <a:rPr lang="pt-BR" dirty="0" smtClean="0"/>
              <a:t>aritméticas </a:t>
            </a:r>
            <a:r>
              <a:rPr lang="pt-BR" dirty="0"/>
              <a:t>e expressões logicas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Operadores </a:t>
            </a:r>
            <a:r>
              <a:rPr lang="pt-BR" dirty="0"/>
              <a:t>lógicos e comandos de condição (se, se senão) -&gt; operadores </a:t>
            </a:r>
            <a:r>
              <a:rPr lang="pt-BR" dirty="0" smtClean="0"/>
              <a:t>lógicos </a:t>
            </a:r>
            <a:r>
              <a:rPr lang="pt-BR" dirty="0"/>
              <a:t>compondo as expressões </a:t>
            </a:r>
            <a:r>
              <a:rPr lang="pt-BR" dirty="0" smtClean="0"/>
              <a:t>logicas, comandos </a:t>
            </a:r>
            <a:r>
              <a:rPr lang="pt-BR" dirty="0"/>
              <a:t>de seleção simples e composto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Comandos </a:t>
            </a:r>
            <a:r>
              <a:rPr lang="pt-BR" dirty="0"/>
              <a:t>de condição aninhados e de escolha (escolha) -&gt; comando de condição aninhado, como de escolha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Estruturas </a:t>
            </a:r>
            <a:r>
              <a:rPr lang="pt-BR" dirty="0"/>
              <a:t>de repetição e laço -&gt; faça enquanto, enquanto faça e faça ate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Lista </a:t>
            </a:r>
            <a:r>
              <a:rPr lang="pt-BR" dirty="0"/>
              <a:t>de </a:t>
            </a:r>
            <a:r>
              <a:rPr lang="pt-BR" dirty="0" smtClean="0"/>
              <a:t>Exercícios Práticos </a:t>
            </a:r>
            <a:r>
              <a:rPr lang="pt-BR" dirty="0"/>
              <a:t>- Revisão para P1 -&gt; lista de atividades realizadas em </a:t>
            </a:r>
            <a:r>
              <a:rPr lang="pt-BR" dirty="0" smtClean="0"/>
              <a:t>laboratório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Prova </a:t>
            </a:r>
            <a:r>
              <a:rPr lang="pt-BR" dirty="0"/>
              <a:t>P1 -&gt; aplicação de prova p1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Vista </a:t>
            </a:r>
            <a:r>
              <a:rPr lang="pt-BR" dirty="0"/>
              <a:t>de Prova P1, Comandos de Repetição (enquanto faça, faça enquanto, faça até) -&gt; estruturas de repetição </a:t>
            </a:r>
            <a:r>
              <a:rPr lang="pt-BR" dirty="0" smtClean="0"/>
              <a:t>e laço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5830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pt-BR" dirty="0"/>
              <a:t>Dados estruturais Homogêneos Unidimensional (Vetores) -&gt; vetores continuação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Dados </a:t>
            </a:r>
            <a:r>
              <a:rPr lang="pt-BR" dirty="0"/>
              <a:t>estruturais Homogêneos Unidimensional (Vetores) -&gt; Vetores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Dados </a:t>
            </a:r>
            <a:r>
              <a:rPr lang="pt-BR" dirty="0"/>
              <a:t>estruturais Homogêneos Multidimensional (Matrizes) -&gt; matrizes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Dados </a:t>
            </a:r>
            <a:r>
              <a:rPr lang="pt-BR" dirty="0"/>
              <a:t>estruturais Homogêneos Multidimensional (Matrizes) -&gt; Matrizes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Representação </a:t>
            </a:r>
            <a:r>
              <a:rPr lang="pt-BR" dirty="0"/>
              <a:t>gráfica de algoritmos -&gt; fluxograma e diagrama de </a:t>
            </a:r>
            <a:r>
              <a:rPr lang="pt-BR" dirty="0" err="1"/>
              <a:t>Chapin</a:t>
            </a:r>
            <a:endParaRPr lang="pt-BR" dirty="0"/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Revisão </a:t>
            </a:r>
            <a:r>
              <a:rPr lang="pt-BR" dirty="0"/>
              <a:t>para a prova - Lista de </a:t>
            </a:r>
            <a:r>
              <a:rPr lang="pt-BR" dirty="0" smtClean="0"/>
              <a:t>Exercícios Práticos </a:t>
            </a:r>
            <a:r>
              <a:rPr lang="pt-BR" dirty="0"/>
              <a:t>-&gt; correção da lista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Prova </a:t>
            </a:r>
            <a:r>
              <a:rPr lang="pt-BR" dirty="0"/>
              <a:t>P2 -&gt; Aplicação de avaliação P2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Vista </a:t>
            </a:r>
            <a:r>
              <a:rPr lang="pt-BR" dirty="0"/>
              <a:t>de Prova P2 -&gt; Vista e correção de prova de Prova P2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Prova </a:t>
            </a:r>
            <a:r>
              <a:rPr lang="pt-BR" dirty="0"/>
              <a:t>P3 -&gt; Aplicação de avaliação </a:t>
            </a:r>
            <a:r>
              <a:rPr lang="pt-BR" dirty="0" smtClean="0"/>
              <a:t>P3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Vista de Prova </a:t>
            </a:r>
            <a:r>
              <a:rPr lang="pt-BR" dirty="0" smtClean="0"/>
              <a:t>P3 </a:t>
            </a:r>
            <a:r>
              <a:rPr lang="pt-BR" dirty="0"/>
              <a:t>-&gt; Vista e correção de prova de Prova </a:t>
            </a:r>
            <a:r>
              <a:rPr lang="pt-BR" dirty="0" smtClean="0"/>
              <a:t>P3</a:t>
            </a:r>
            <a:endParaRPr lang="pt-BR" dirty="0"/>
          </a:p>
          <a:p>
            <a:pPr marL="514350" indent="-514350">
              <a:buFont typeface="+mj-lt"/>
              <a:buAutoNum type="arabicPeriod" startAt="11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5228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Bibliografia </a:t>
            </a:r>
            <a:r>
              <a:rPr lang="pt-BR" dirty="0" smtClean="0"/>
              <a:t>Básica </a:t>
            </a:r>
          </a:p>
          <a:p>
            <a:pPr lvl="1"/>
            <a:r>
              <a:rPr lang="pt-BR" dirty="0" smtClean="0"/>
              <a:t>ARAUJO</a:t>
            </a:r>
            <a:r>
              <a:rPr lang="pt-BR" dirty="0"/>
              <a:t>, E C. DE. Algoritmos – Fundamento e Prática. Visual Books, 2007. ASCENCIO, A. F. G, CAMPOS, E. A. V. Fundamentos da Programação de Computadores: algoritmos, Pascal e C/C++ e Java. </a:t>
            </a:r>
            <a:r>
              <a:rPr lang="pt-BR" dirty="0" err="1"/>
              <a:t>Longman</a:t>
            </a:r>
            <a:r>
              <a:rPr lang="pt-BR" dirty="0"/>
              <a:t>, 2007. FORBELLONE, L. V., EBERSPACHER, H. F. Lógica de Programação: a construção de algoritmos e </a:t>
            </a:r>
            <a:r>
              <a:rPr lang="pt-BR" dirty="0" err="1"/>
              <a:t>estr</a:t>
            </a:r>
            <a:r>
              <a:rPr lang="pt-BR" dirty="0"/>
              <a:t> </a:t>
            </a:r>
            <a:endParaRPr lang="pt-BR" dirty="0" smtClean="0"/>
          </a:p>
          <a:p>
            <a:r>
              <a:rPr lang="pt-BR" dirty="0" smtClean="0"/>
              <a:t>Bibliografia </a:t>
            </a:r>
            <a:r>
              <a:rPr lang="pt-BR" dirty="0"/>
              <a:t>Complementar </a:t>
            </a:r>
            <a:endParaRPr lang="pt-BR" dirty="0" smtClean="0"/>
          </a:p>
          <a:p>
            <a:pPr lvl="1"/>
            <a:r>
              <a:rPr lang="pt-BR" dirty="0" smtClean="0"/>
              <a:t>AVILLANO</a:t>
            </a:r>
            <a:r>
              <a:rPr lang="pt-BR" dirty="0"/>
              <a:t>, I. C. Algoritmos e Pascal: manual de apoio. 2.ed. Ciência Moderna, 2006. FEOFILOFF, P. Algoritmos em Linguagem C. Campus, 2009.</a:t>
            </a:r>
          </a:p>
        </p:txBody>
      </p:sp>
    </p:spTree>
    <p:extLst>
      <p:ext uri="{BB962C8B-B14F-4D97-AF65-F5344CB8AC3E}">
        <p14:creationId xmlns:p14="http://schemas.microsoft.com/office/powerpoint/2010/main" val="1594451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67</TotalTime>
  <Words>747</Words>
  <Application>Microsoft Office PowerPoint</Application>
  <PresentationFormat>Apresentação na tela (4:3)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Tw Cen MT</vt:lpstr>
      <vt:lpstr>Wingdings</vt:lpstr>
      <vt:lpstr>Wingdings 2</vt:lpstr>
      <vt:lpstr>Mediano</vt:lpstr>
      <vt:lpstr>Fatec</vt:lpstr>
      <vt:lpstr>Prof. Norton Glaser</vt:lpstr>
      <vt:lpstr>professor.norton.net.br</vt:lpstr>
      <vt:lpstr>Norton.glaser@fatec.sp.gov.br</vt:lpstr>
      <vt:lpstr>Contato</vt:lpstr>
      <vt:lpstr>Dinâmica da aula</vt:lpstr>
      <vt:lpstr>Avaliação</vt:lpstr>
      <vt:lpstr>Faltas e Chamada</vt:lpstr>
      <vt:lpstr>Faltas e Chamada</vt:lpstr>
      <vt:lpstr>Ementa e Objetivos</vt:lpstr>
      <vt:lpstr>Plano de Ensino</vt:lpstr>
      <vt:lpstr>Plano de Ensino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Professor</cp:lastModifiedBy>
  <cp:revision>13</cp:revision>
  <dcterms:created xsi:type="dcterms:W3CDTF">2014-01-27T15:41:35Z</dcterms:created>
  <dcterms:modified xsi:type="dcterms:W3CDTF">2018-08-06T20:57:01Z</dcterms:modified>
</cp:coreProperties>
</file>