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58" r:id="rId4"/>
    <p:sldId id="263" r:id="rId5"/>
    <p:sldId id="265" r:id="rId6"/>
    <p:sldId id="259" r:id="rId7"/>
    <p:sldId id="260" r:id="rId8"/>
    <p:sldId id="261" r:id="rId9"/>
    <p:sldId id="262" r:id="rId10"/>
    <p:sldId id="268" r:id="rId11"/>
    <p:sldId id="266" r:id="rId12"/>
    <p:sldId id="269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26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A32A74D-5257-4133-97A4-C8ABEBB13DFA}" type="datetimeFigureOut">
              <a:rPr lang="en-US" smtClean="0"/>
              <a:pPr/>
              <a:t>8/1/2018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8AD3D5B-3BEA-41CD-831A-FB9C5D344405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Fatec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Segurança ad informação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Prof. Norton Glaser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Formado pela UNICAMP </a:t>
            </a:r>
          </a:p>
          <a:p>
            <a:r>
              <a:rPr lang="pt-BR" dirty="0" smtClean="0"/>
              <a:t>Professor universitário desde 2005</a:t>
            </a:r>
          </a:p>
          <a:p>
            <a:r>
              <a:rPr lang="pt-BR" dirty="0" smtClean="0"/>
              <a:t>Ministro aulas na Fatec Ipiranga e Fatec São Caetano do Sul</a:t>
            </a:r>
          </a:p>
          <a:p>
            <a:pPr lvl="1"/>
            <a:r>
              <a:rPr lang="pt-BR" dirty="0" smtClean="0"/>
              <a:t>Algoritmos</a:t>
            </a:r>
          </a:p>
          <a:p>
            <a:pPr lvl="1"/>
            <a:r>
              <a:rPr lang="pt-BR" dirty="0" smtClean="0"/>
              <a:t>Programação Web</a:t>
            </a:r>
          </a:p>
          <a:p>
            <a:pPr lvl="1"/>
            <a:r>
              <a:rPr lang="pt-BR" dirty="0" smtClean="0"/>
              <a:t>Ferramentas Web</a:t>
            </a:r>
          </a:p>
          <a:p>
            <a:r>
              <a:rPr lang="pt-BR" dirty="0" smtClean="0"/>
              <a:t>Especialista em programação,  integração  de sistemas e web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pt-BR" sz="4400" b="1" dirty="0" smtClean="0"/>
              <a:t>professor.norton.net.br</a:t>
            </a:r>
            <a:endParaRPr lang="pt-BR" sz="4400" b="1" dirty="0" smtClean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Material</a:t>
            </a:r>
          </a:p>
          <a:p>
            <a:r>
              <a:rPr lang="pt-BR" dirty="0" smtClean="0"/>
              <a:t>Atividades</a:t>
            </a:r>
          </a:p>
          <a:p>
            <a:r>
              <a:rPr lang="pt-BR" dirty="0" smtClean="0"/>
              <a:t>Links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 rtl="0">
              <a:spcBef>
                <a:spcPct val="0"/>
              </a:spcBef>
            </a:pPr>
            <a:r>
              <a:rPr lang="pt-BR" sz="3600" b="1" dirty="0"/>
              <a:t>n</a:t>
            </a:r>
            <a:r>
              <a:rPr lang="pt-BR" sz="3600" b="1" dirty="0" smtClean="0"/>
              <a:t>orton.glaser@fatec.sp.gov.br</a:t>
            </a:r>
            <a:endParaRPr lang="pt-BR" sz="24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1"/>
            <a:r>
              <a:rPr lang="pt-BR" dirty="0" smtClean="0"/>
              <a:t>Duvidas</a:t>
            </a:r>
          </a:p>
          <a:p>
            <a:pPr lvl="1"/>
            <a:r>
              <a:rPr lang="pt-BR" dirty="0" smtClean="0"/>
              <a:t>Sugestões</a:t>
            </a:r>
          </a:p>
          <a:p>
            <a:pPr lvl="1"/>
            <a:r>
              <a:rPr lang="pt-BR" dirty="0" smtClean="0"/>
              <a:t>Criticas</a:t>
            </a:r>
          </a:p>
          <a:p>
            <a:pPr lvl="1"/>
            <a:r>
              <a:rPr lang="pt-BR" dirty="0" smtClean="0"/>
              <a:t>Envio de atividades e trabalhos</a:t>
            </a:r>
          </a:p>
          <a:p>
            <a:pPr lvl="1"/>
            <a:r>
              <a:rPr lang="pt-BR" dirty="0" smtClean="0"/>
              <a:t>Aviso prévio de ausência</a:t>
            </a:r>
          </a:p>
          <a:p>
            <a:pPr lvl="1"/>
            <a:r>
              <a:rPr lang="pt-BR" dirty="0" smtClean="0"/>
              <a:t>TCC</a:t>
            </a:r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Contato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Dias na faculdade</a:t>
            </a:r>
          </a:p>
          <a:p>
            <a:pPr lvl="1"/>
            <a:r>
              <a:rPr lang="pt-BR" dirty="0" smtClean="0"/>
              <a:t>Quarta </a:t>
            </a:r>
            <a:r>
              <a:rPr lang="pt-BR" dirty="0" smtClean="0"/>
              <a:t>das 19:00 as 22:30</a:t>
            </a:r>
          </a:p>
          <a:p>
            <a:pPr lvl="1"/>
            <a:r>
              <a:rPr lang="pt-BR" dirty="0" smtClean="0"/>
              <a:t>Sexta das 07:00 as 10:30</a:t>
            </a:r>
          </a:p>
          <a:p>
            <a:pPr lvl="1"/>
            <a:r>
              <a:rPr lang="pt-BR" dirty="0" smtClean="0"/>
              <a:t>Sexta das 19:00 as 22:30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Dinâmica da aula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1 aula – aula teórica</a:t>
            </a:r>
          </a:p>
          <a:p>
            <a:r>
              <a:rPr lang="pt-BR" dirty="0" smtClean="0"/>
              <a:t>2 aula – atividade </a:t>
            </a:r>
            <a:r>
              <a:rPr lang="pt-BR" dirty="0" smtClean="0"/>
              <a:t>pratica</a:t>
            </a:r>
            <a:endParaRPr lang="pt-BR" dirty="0" smtClean="0"/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Atividade pratica (20% da nota do bimestre) – deve ser entregue e pode ser realizada em duplas.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Avaliação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P1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P2</a:t>
            </a:r>
          </a:p>
          <a:p>
            <a:pPr lvl="1"/>
            <a:r>
              <a:rPr lang="pt-BR" dirty="0" smtClean="0"/>
              <a:t>20% Soma das atividades realizadas em sala de aula no bimestre.</a:t>
            </a:r>
          </a:p>
          <a:p>
            <a:pPr lvl="1"/>
            <a:r>
              <a:rPr lang="pt-BR" dirty="0" smtClean="0"/>
              <a:t>80% Prova bimestral com consulta ao próprio material.</a:t>
            </a:r>
          </a:p>
          <a:p>
            <a:r>
              <a:rPr lang="pt-BR" dirty="0" smtClean="0"/>
              <a:t>P3</a:t>
            </a:r>
          </a:p>
          <a:p>
            <a:pPr lvl="1"/>
            <a:r>
              <a:rPr lang="pt-BR" dirty="0" smtClean="0"/>
              <a:t>100% Prova sem consulta contemplando todo o conteúdo do semestre.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Maximo de 25% de faltas</a:t>
            </a:r>
          </a:p>
          <a:p>
            <a:r>
              <a:rPr lang="pt-BR" dirty="0" smtClean="0"/>
              <a:t>80 aulas no semestre, 4 aulas por dia</a:t>
            </a:r>
          </a:p>
          <a:p>
            <a:r>
              <a:rPr lang="pt-BR" dirty="0" smtClean="0"/>
              <a:t>20 </a:t>
            </a:r>
            <a:r>
              <a:rPr lang="pt-BR" dirty="0" smtClean="0"/>
              <a:t>faltas ou </a:t>
            </a:r>
            <a:r>
              <a:rPr lang="pt-BR" dirty="0" smtClean="0"/>
              <a:t>5 </a:t>
            </a:r>
            <a:r>
              <a:rPr lang="pt-BR" dirty="0" smtClean="0"/>
              <a:t>dias no semestre</a:t>
            </a:r>
          </a:p>
          <a:p>
            <a:r>
              <a:rPr lang="pt-BR" dirty="0" smtClean="0"/>
              <a:t>Noturno</a:t>
            </a:r>
          </a:p>
          <a:p>
            <a:pPr lvl="1"/>
            <a:r>
              <a:rPr lang="pt-BR" dirty="0" smtClean="0"/>
              <a:t>Primeira Chamada as 20:30 </a:t>
            </a:r>
          </a:p>
          <a:p>
            <a:pPr lvl="1"/>
            <a:r>
              <a:rPr lang="pt-BR" dirty="0" smtClean="0"/>
              <a:t>Segunda Chamada Entrega das Atividades</a:t>
            </a:r>
          </a:p>
          <a:p>
            <a:r>
              <a:rPr lang="pt-BR" dirty="0" smtClean="0"/>
              <a:t>Matutino</a:t>
            </a:r>
          </a:p>
          <a:p>
            <a:pPr lvl="1"/>
            <a:r>
              <a:rPr lang="pt-BR" dirty="0" smtClean="0"/>
              <a:t>Chamada as 8:30</a:t>
            </a:r>
          </a:p>
          <a:p>
            <a:pPr lvl="1"/>
            <a:r>
              <a:rPr lang="pt-BR" dirty="0"/>
              <a:t>Segunda Chamada Entrega das </a:t>
            </a:r>
            <a:r>
              <a:rPr lang="pt-BR" dirty="0" smtClean="0"/>
              <a:t>Atividades</a:t>
            </a:r>
          </a:p>
          <a:p>
            <a:pPr>
              <a:buNone/>
            </a:pPr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Faltas e Chamada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Faltas serão abonadas caso comunicadas com antecedência, por e-mail com justificativas plausíveis.</a:t>
            </a:r>
          </a:p>
          <a:p>
            <a:pPr lvl="1"/>
            <a:r>
              <a:rPr lang="pt-BR" dirty="0" smtClean="0"/>
              <a:t>Questões de Saúde.</a:t>
            </a:r>
          </a:p>
          <a:p>
            <a:pPr lvl="1"/>
            <a:r>
              <a:rPr lang="pt-BR" dirty="0" smtClean="0"/>
              <a:t>Problemas eventuais no trabalho.</a:t>
            </a:r>
          </a:p>
          <a:p>
            <a:pPr lvl="1"/>
            <a:r>
              <a:rPr lang="pt-BR" dirty="0" smtClean="0"/>
              <a:t>Cursos na área, comprovados com certificados.</a:t>
            </a:r>
          </a:p>
          <a:p>
            <a:pPr lvl="1"/>
            <a:endParaRPr lang="en-US" dirty="0"/>
          </a:p>
        </p:txBody>
      </p:sp>
      <p:sp>
        <p:nvSpPr>
          <p:cNvPr id="4" name="Retângulo 3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Requisitos de Usuário e de Sistema</a:t>
            </a:r>
          </a:p>
          <a:p>
            <a:r>
              <a:rPr lang="pt-BR" dirty="0"/>
              <a:t>- Documentos Relacionados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/>
              <a:t>Requisitos de Usuário e de Sistema</a:t>
            </a:r>
          </a:p>
          <a:p>
            <a:r>
              <a:rPr lang="pt-BR" dirty="0"/>
              <a:t>- Documentos Relacionados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Ementa e Objetivos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Ementa</a:t>
            </a:r>
          </a:p>
          <a:p>
            <a:pPr lvl="1"/>
            <a:r>
              <a:rPr lang="pt-BR" dirty="0"/>
              <a:t>Utilização de linguagens de marcação, formatação, scripts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e server </a:t>
            </a:r>
            <a:r>
              <a:rPr lang="pt-BR" dirty="0" err="1"/>
              <a:t>side</a:t>
            </a:r>
            <a:r>
              <a:rPr lang="pt-BR" dirty="0"/>
              <a:t> no desenvolvimento, implementação </a:t>
            </a:r>
            <a:r>
              <a:rPr lang="pt-BR" dirty="0" smtClean="0"/>
              <a:t>e operação </a:t>
            </a:r>
            <a:r>
              <a:rPr lang="pt-BR" dirty="0"/>
              <a:t>de aplicativos para a World </a:t>
            </a:r>
            <a:r>
              <a:rPr lang="pt-BR" dirty="0" err="1"/>
              <a:t>Wide</a:t>
            </a:r>
            <a:r>
              <a:rPr lang="pt-BR" dirty="0"/>
              <a:t> Web com acesso a banco de dados</a:t>
            </a:r>
          </a:p>
          <a:p>
            <a:r>
              <a:rPr lang="pt-BR" dirty="0"/>
              <a:t>Objetivo</a:t>
            </a:r>
          </a:p>
          <a:p>
            <a:pPr lvl="1"/>
            <a:r>
              <a:rPr lang="pt-BR" dirty="0"/>
              <a:t>Ser capaz de desenvolver, implementar e operar aplicativos para a World </a:t>
            </a:r>
            <a:r>
              <a:rPr lang="pt-BR" dirty="0" err="1"/>
              <a:t>Wide</a:t>
            </a:r>
            <a:r>
              <a:rPr lang="pt-BR" dirty="0"/>
              <a:t> Web, selecionando as linguagens e </a:t>
            </a:r>
            <a:r>
              <a:rPr lang="pt-BR" dirty="0" smtClean="0"/>
              <a:t>demais artefatos </a:t>
            </a:r>
            <a:r>
              <a:rPr lang="pt-BR" dirty="0"/>
              <a:t>tecnológicos de acordo com as necessidades apresentadas</a:t>
            </a:r>
          </a:p>
        </p:txBody>
      </p:sp>
    </p:spTree>
    <p:extLst>
      <p:ext uri="{BB962C8B-B14F-4D97-AF65-F5344CB8AC3E}">
        <p14:creationId xmlns:p14="http://schemas.microsoft.com/office/powerpoint/2010/main" val="721344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Introdução </a:t>
            </a:r>
            <a:r>
              <a:rPr lang="pt-BR" dirty="0"/>
              <a:t>e conceitos -&gt; </a:t>
            </a:r>
            <a:r>
              <a:rPr lang="pt-BR" dirty="0" smtClean="0"/>
              <a:t>introdução </a:t>
            </a:r>
            <a:r>
              <a:rPr lang="pt-BR" dirty="0"/>
              <a:t>e conceitos sobre aplicações e desenvolvimento </a:t>
            </a:r>
            <a:r>
              <a:rPr lang="pt-BR" dirty="0" smtClean="0"/>
              <a:t>web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Páginas Estáticas </a:t>
            </a:r>
            <a:r>
              <a:rPr lang="pt-BR" dirty="0" smtClean="0"/>
              <a:t>– HTML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HTML </a:t>
            </a:r>
            <a:r>
              <a:rPr lang="pt-BR" dirty="0" smtClean="0"/>
              <a:t>CONTINUAÇÃO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Páginas </a:t>
            </a:r>
            <a:r>
              <a:rPr lang="pt-BR" dirty="0"/>
              <a:t>Estáticas -&gt; </a:t>
            </a:r>
            <a:r>
              <a:rPr lang="pt-BR" dirty="0" smtClean="0"/>
              <a:t>CSS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JAVASCRIPT </a:t>
            </a:r>
            <a:r>
              <a:rPr lang="pt-BR" dirty="0"/>
              <a:t>-&gt; Linguagem de </a:t>
            </a:r>
            <a:r>
              <a:rPr lang="pt-BR" dirty="0" smtClean="0"/>
              <a:t>script </a:t>
            </a:r>
            <a:r>
              <a:rPr lang="pt-BR" dirty="0" err="1"/>
              <a:t>client</a:t>
            </a:r>
            <a:r>
              <a:rPr lang="pt-BR" dirty="0"/>
              <a:t> </a:t>
            </a:r>
            <a:r>
              <a:rPr lang="pt-BR" dirty="0" err="1"/>
              <a:t>side</a:t>
            </a:r>
            <a:r>
              <a:rPr lang="pt-BR" dirty="0"/>
              <a:t> </a:t>
            </a:r>
            <a:r>
              <a:rPr lang="pt-BR" dirty="0" smtClean="0"/>
              <a:t>– </a:t>
            </a:r>
            <a:r>
              <a:rPr lang="pt-BR" dirty="0" err="1" smtClean="0"/>
              <a:t>javascript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JAVASCRIPT </a:t>
            </a:r>
            <a:r>
              <a:rPr lang="pt-BR" dirty="0"/>
              <a:t>-&gt; validação de </a:t>
            </a:r>
            <a:r>
              <a:rPr lang="pt-BR" dirty="0" smtClean="0"/>
              <a:t>formulários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Vulnerabilidades e Ameaças – parte 1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Revisão </a:t>
            </a:r>
            <a:r>
              <a:rPr lang="pt-BR" dirty="0"/>
              <a:t>para a prova N1 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Prova </a:t>
            </a:r>
            <a:r>
              <a:rPr lang="pt-BR" dirty="0"/>
              <a:t>P1 -&gt; Prova P1 em </a:t>
            </a:r>
            <a:r>
              <a:rPr lang="pt-BR" dirty="0" smtClean="0"/>
              <a:t>laboratório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smtClean="0"/>
              <a:t>Vista </a:t>
            </a:r>
            <a:r>
              <a:rPr lang="pt-BR" dirty="0"/>
              <a:t>e Correção de prova </a:t>
            </a:r>
            <a:r>
              <a:rPr lang="pt-BR" dirty="0" smtClean="0"/>
              <a:t>N1</a:t>
            </a:r>
            <a:endParaRPr lang="pt-BR" dirty="0"/>
          </a:p>
          <a:p>
            <a:pPr marL="514350" indent="-514350">
              <a:buFont typeface="+mj-lt"/>
              <a:buAutoNum type="arabicPeriod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1277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Plano de Ensino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 </a:t>
            </a:r>
            <a:r>
              <a:rPr lang="pt-BR" dirty="0"/>
              <a:t>Dinâmica </a:t>
            </a:r>
            <a:r>
              <a:rPr lang="pt-BR" dirty="0" smtClean="0"/>
              <a:t>utilizando PHP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dinâmicas &gt; </a:t>
            </a:r>
            <a:r>
              <a:rPr lang="pt-BR" dirty="0"/>
              <a:t>Formulários, </a:t>
            </a:r>
            <a:r>
              <a:rPr lang="pt-BR" dirty="0" err="1" smtClean="0"/>
              <a:t>Get</a:t>
            </a:r>
            <a:r>
              <a:rPr lang="pt-BR" dirty="0" smtClean="0"/>
              <a:t>, post variáveis </a:t>
            </a:r>
            <a:r>
              <a:rPr lang="pt-BR" dirty="0"/>
              <a:t>de sessão e variáveis </a:t>
            </a:r>
            <a:r>
              <a:rPr lang="pt-BR" dirty="0" smtClean="0"/>
              <a:t>globais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</a:t>
            </a:r>
            <a:r>
              <a:rPr lang="pt-BR" dirty="0" smtClean="0"/>
              <a:t>&gt; Integração com BD </a:t>
            </a:r>
            <a:r>
              <a:rPr lang="pt-BR" dirty="0" err="1" smtClean="0"/>
              <a:t>Crud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Páginas </a:t>
            </a:r>
            <a:r>
              <a:rPr lang="pt-BR" dirty="0"/>
              <a:t>Dinâmicas </a:t>
            </a:r>
            <a:r>
              <a:rPr lang="pt-BR" dirty="0" smtClean="0"/>
              <a:t>&gt; Integração com BD Continuação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Vulnerabilidades </a:t>
            </a:r>
            <a:r>
              <a:rPr lang="pt-BR" dirty="0"/>
              <a:t>e Ameaças – parte </a:t>
            </a:r>
            <a:r>
              <a:rPr lang="pt-BR" dirty="0" smtClean="0"/>
              <a:t>2 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Revisão para a prova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P2</a:t>
            </a:r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</a:t>
            </a:r>
            <a:r>
              <a:rPr lang="pt-BR" dirty="0"/>
              <a:t>e </a:t>
            </a:r>
            <a:r>
              <a:rPr lang="pt-BR" dirty="0" smtClean="0"/>
              <a:t>Correção </a:t>
            </a:r>
            <a:r>
              <a:rPr lang="pt-BR" dirty="0"/>
              <a:t>da prova P2 </a:t>
            </a:r>
            <a:endParaRPr lang="pt-BR" dirty="0" smtClean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Prova </a:t>
            </a:r>
            <a:r>
              <a:rPr lang="pt-BR" dirty="0"/>
              <a:t>P3 </a:t>
            </a:r>
            <a:r>
              <a:rPr lang="pt-BR" dirty="0" smtClean="0"/>
              <a:t>&gt; </a:t>
            </a:r>
            <a:r>
              <a:rPr lang="pt-BR" dirty="0"/>
              <a:t>Prova </a:t>
            </a:r>
            <a:r>
              <a:rPr lang="pt-BR" dirty="0" smtClean="0"/>
              <a:t>em laboratório</a:t>
            </a:r>
            <a:endParaRPr lang="pt-BR" dirty="0"/>
          </a:p>
          <a:p>
            <a:pPr marL="514350" indent="-514350">
              <a:buFont typeface="+mj-lt"/>
              <a:buAutoNum type="arabicPeriod" startAt="11"/>
            </a:pPr>
            <a:r>
              <a:rPr lang="pt-BR" dirty="0" smtClean="0"/>
              <a:t>Vista e correção de prova p3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394939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Bibligrafia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Bibliografia </a:t>
            </a:r>
            <a:r>
              <a:rPr lang="pt-BR" dirty="0" err="1"/>
              <a:t>Basica</a:t>
            </a:r>
            <a:endParaRPr lang="pt-BR" dirty="0"/>
          </a:p>
          <a:p>
            <a:pPr lvl="1"/>
            <a:r>
              <a:rPr lang="pt-BR" dirty="0"/>
              <a:t>DAVIS, Michele E.; PHILLIPS, Jon A. Aprendendo PHP &amp; MySQL. Rio de Janeiro: Alta Books, 2008.</a:t>
            </a:r>
          </a:p>
          <a:p>
            <a:pPr lvl="1"/>
            <a:r>
              <a:rPr lang="pt-BR" dirty="0"/>
              <a:t>DUCKETT, Jon. Introdução à Programação Web com HTML, XHTML e CSS. 2.ed. Ciência Moderna, 2010.</a:t>
            </a:r>
          </a:p>
          <a:p>
            <a:pPr lvl="1"/>
            <a:r>
              <a:rPr lang="pt-BR" dirty="0"/>
              <a:t>POWERS, Shelley. Aprendendo </a:t>
            </a:r>
            <a:r>
              <a:rPr lang="pt-BR" dirty="0" err="1"/>
              <a:t>JavaScript</a:t>
            </a:r>
            <a:r>
              <a:rPr lang="pt-BR" dirty="0"/>
              <a:t>. São Paulo: </a:t>
            </a:r>
            <a:r>
              <a:rPr lang="pt-BR" dirty="0" err="1"/>
              <a:t>Novatec</a:t>
            </a:r>
            <a:r>
              <a:rPr lang="pt-BR" dirty="0"/>
              <a:t>, 2010.</a:t>
            </a:r>
          </a:p>
          <a:p>
            <a:r>
              <a:rPr lang="pt-BR" dirty="0"/>
              <a:t>Bibliografia Complementar</a:t>
            </a:r>
          </a:p>
          <a:p>
            <a:pPr lvl="1"/>
            <a:r>
              <a:rPr lang="pt-BR" dirty="0"/>
              <a:t>DEITEL, Paul J.; DEITEL, Harvey M. XML como programar. Porto Alegre: </a:t>
            </a:r>
            <a:r>
              <a:rPr lang="pt-BR" dirty="0" err="1"/>
              <a:t>Bookman</a:t>
            </a:r>
            <a:r>
              <a:rPr lang="pt-BR" dirty="0"/>
              <a:t>, 2003.</a:t>
            </a:r>
          </a:p>
          <a:p>
            <a:pPr lvl="1"/>
            <a:r>
              <a:rPr lang="pt-BR" dirty="0"/>
              <a:t>GANNELL, </a:t>
            </a:r>
            <a:r>
              <a:rPr lang="pt-BR" dirty="0" err="1"/>
              <a:t>Graig</a:t>
            </a:r>
            <a:r>
              <a:rPr lang="pt-BR" dirty="0"/>
              <a:t>. O Guia Essencial de Web Design com CSS e HTML. Rio de Janeiro: Ciência Moderna, 2009.</a:t>
            </a:r>
          </a:p>
        </p:txBody>
      </p:sp>
    </p:spTree>
    <p:extLst>
      <p:ext uri="{BB962C8B-B14F-4D97-AF65-F5344CB8AC3E}">
        <p14:creationId xmlns:p14="http://schemas.microsoft.com/office/powerpoint/2010/main" val="1379765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74</TotalTime>
  <Words>580</Words>
  <Application>Microsoft Office PowerPoint</Application>
  <PresentationFormat>Apresentação na tela (4:3)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Tw Cen MT</vt:lpstr>
      <vt:lpstr>Wingdings</vt:lpstr>
      <vt:lpstr>Wingdings 2</vt:lpstr>
      <vt:lpstr>Mediano</vt:lpstr>
      <vt:lpstr>Fatec</vt:lpstr>
      <vt:lpstr>Prof. Norton Glaser</vt:lpstr>
      <vt:lpstr>professor.norton.net.br</vt:lpstr>
      <vt:lpstr>norton.glaser@fatec.sp.gov.br</vt:lpstr>
      <vt:lpstr>Contato</vt:lpstr>
      <vt:lpstr>Dinâmica da aula</vt:lpstr>
      <vt:lpstr>Avaliação</vt:lpstr>
      <vt:lpstr>Faltas e Chamada</vt:lpstr>
      <vt:lpstr>Faltas e Chamada</vt:lpstr>
      <vt:lpstr>Ementa e Objetivos</vt:lpstr>
      <vt:lpstr>Plano de Ensino</vt:lpstr>
      <vt:lpstr>Plano de Ensino</vt:lpstr>
      <vt:lpstr>Bibligrafia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Fatec</dc:title>
  <dc:creator>Norton Barros Glaser</dc:creator>
  <cp:lastModifiedBy>professores</cp:lastModifiedBy>
  <cp:revision>17</cp:revision>
  <dcterms:created xsi:type="dcterms:W3CDTF">2014-01-27T15:41:35Z</dcterms:created>
  <dcterms:modified xsi:type="dcterms:W3CDTF">2018-08-01T21:16:09Z</dcterms:modified>
</cp:coreProperties>
</file>