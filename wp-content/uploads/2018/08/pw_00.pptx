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6" r:id="rId10"/>
    <p:sldId id="262" r:id="rId11"/>
    <p:sldId id="270" r:id="rId12"/>
    <p:sldId id="268" r:id="rId13"/>
    <p:sldId id="269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1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8/4/2018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Analise e desenvolvimento de sistemas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</a:t>
            </a:r>
            <a:r>
              <a:rPr lang="pt-BR" dirty="0" smtClean="0"/>
              <a:t>2005</a:t>
            </a:r>
            <a:endParaRPr lang="pt-BR" dirty="0" smtClean="0"/>
          </a:p>
          <a:p>
            <a:r>
              <a:rPr lang="pt-BR" dirty="0" smtClean="0"/>
              <a:t>Ministro aulas na Fatec Ipiranga e Fatec São Caetano do </a:t>
            </a:r>
            <a:r>
              <a:rPr lang="pt-BR" dirty="0" smtClean="0"/>
              <a:t>Sul desde 2012</a:t>
            </a:r>
            <a:endParaRPr lang="pt-BR" dirty="0" smtClean="0"/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Ferramentas Web</a:t>
            </a:r>
          </a:p>
          <a:p>
            <a:r>
              <a:rPr lang="pt-BR" dirty="0" smtClean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professor.norton.net.br</a:t>
            </a:r>
            <a:endParaRPr lang="pt-BR" sz="4400" b="1" dirty="0" smtClean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 smtClean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das 17:00 as </a:t>
            </a:r>
            <a:r>
              <a:rPr lang="pt-BR" dirty="0" smtClean="0"/>
              <a:t>22:40</a:t>
            </a:r>
          </a:p>
          <a:p>
            <a:pPr lvl="1"/>
            <a:r>
              <a:rPr lang="pt-BR" dirty="0" smtClean="0"/>
              <a:t>Terça </a:t>
            </a:r>
            <a:r>
              <a:rPr lang="pt-BR" dirty="0"/>
              <a:t>das </a:t>
            </a:r>
            <a:r>
              <a:rPr lang="pt-BR" dirty="0" smtClean="0"/>
              <a:t>18:30 </a:t>
            </a:r>
            <a:r>
              <a:rPr lang="pt-BR" dirty="0"/>
              <a:t>as </a:t>
            </a:r>
            <a:r>
              <a:rPr lang="pt-BR" dirty="0" smtClean="0"/>
              <a:t>22:40</a:t>
            </a:r>
            <a:endParaRPr lang="pt-BR" dirty="0" smtClean="0"/>
          </a:p>
          <a:p>
            <a:pPr lvl="1"/>
            <a:r>
              <a:rPr lang="pt-BR" dirty="0" smtClean="0"/>
              <a:t>Quinta das 17:00 as 22:40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1 aula – aula teórica</a:t>
            </a:r>
          </a:p>
          <a:p>
            <a:r>
              <a:rPr lang="pt-BR" dirty="0" smtClean="0"/>
              <a:t>2 aula – atividade pratica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</a:t>
            </a:r>
            <a:r>
              <a:rPr lang="pt-BR" dirty="0" smtClean="0"/>
              <a:t>Projeto p1</a:t>
            </a:r>
            <a:endParaRPr lang="pt-BR" dirty="0" smtClean="0"/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</a:t>
            </a:r>
            <a:r>
              <a:rPr lang="pt-BR" dirty="0" smtClean="0"/>
              <a:t>Projeto p2</a:t>
            </a:r>
            <a:endParaRPr lang="pt-BR" dirty="0" smtClean="0"/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80 aulas no semestre, 4 aulas por dia</a:t>
            </a:r>
          </a:p>
          <a:p>
            <a:r>
              <a:rPr lang="pt-BR" dirty="0" smtClean="0"/>
              <a:t>20 </a:t>
            </a:r>
            <a:r>
              <a:rPr lang="pt-BR" dirty="0" smtClean="0"/>
              <a:t>faltas ou </a:t>
            </a:r>
            <a:r>
              <a:rPr lang="pt-BR" dirty="0" smtClean="0"/>
              <a:t>5 </a:t>
            </a:r>
            <a:r>
              <a:rPr lang="pt-BR" dirty="0" smtClean="0"/>
              <a:t>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Primeira Chamada </a:t>
            </a:r>
            <a:r>
              <a:rPr lang="pt-BR" dirty="0" smtClean="0"/>
              <a:t>09:30 Sábados</a:t>
            </a:r>
            <a:endParaRPr lang="pt-BR" dirty="0" smtClean="0"/>
          </a:p>
          <a:p>
            <a:pPr lvl="1"/>
            <a:r>
              <a:rPr lang="pt-BR" dirty="0" smtClean="0"/>
              <a:t>Entrega das atividades</a:t>
            </a:r>
            <a:endParaRPr lang="pt-BR" dirty="0" smtClean="0"/>
          </a:p>
          <a:p>
            <a:r>
              <a:rPr lang="pt-BR" dirty="0" smtClean="0"/>
              <a:t>Vespertino</a:t>
            </a:r>
          </a:p>
          <a:p>
            <a:pPr lvl="1"/>
            <a:r>
              <a:rPr lang="pt-BR" dirty="0" smtClean="0"/>
              <a:t>Chamada as 18:00</a:t>
            </a:r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PWEB - Tarde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Aula de Quinta Feira (Teórica) Chamada as 18:00.</a:t>
            </a:r>
          </a:p>
          <a:p>
            <a:r>
              <a:rPr lang="pt-BR" dirty="0" smtClean="0"/>
              <a:t>Aula de Segunda Feira (Pratica) Chamada Entrega de Atividade.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055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3557138" y="3244334"/>
            <a:ext cx="202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Páginas Dinâmicas 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 e 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</a:p>
          <a:p>
            <a:pPr lvl="1"/>
            <a:r>
              <a:rPr lang="pt-BR" dirty="0" smtClean="0"/>
              <a:t> </a:t>
            </a:r>
            <a:r>
              <a:rPr lang="pt-BR" dirty="0"/>
              <a:t>Programação do lado servidor: conhecimento de uma linguagem e padrões. Controle de sessões, cookies, </a:t>
            </a:r>
            <a:r>
              <a:rPr lang="pt-BR" dirty="0" err="1"/>
              <a:t>request</a:t>
            </a:r>
            <a:r>
              <a:rPr lang="pt-BR" dirty="0"/>
              <a:t>/response e conexão com BD </a:t>
            </a:r>
            <a:endParaRPr lang="pt-BR" dirty="0" smtClean="0"/>
          </a:p>
          <a:p>
            <a:pPr marL="365760" lvl="1" indent="0">
              <a:buNone/>
            </a:pPr>
            <a:endParaRPr lang="pt-BR" dirty="0" smtClean="0"/>
          </a:p>
          <a:p>
            <a:r>
              <a:rPr lang="pt-BR" dirty="0" smtClean="0"/>
              <a:t>Objetivo </a:t>
            </a:r>
          </a:p>
          <a:p>
            <a:pPr lvl="1"/>
            <a:r>
              <a:rPr lang="pt-BR" dirty="0" smtClean="0"/>
              <a:t>Implementar </a:t>
            </a:r>
            <a:r>
              <a:rPr lang="pt-BR" dirty="0"/>
              <a:t>aplicações WEB, em servidores</a:t>
            </a:r>
          </a:p>
        </p:txBody>
      </p:sp>
    </p:spTree>
    <p:extLst>
      <p:ext uri="{BB962C8B-B14F-4D97-AF65-F5344CB8AC3E}">
        <p14:creationId xmlns:p14="http://schemas.microsoft.com/office/powerpoint/2010/main" val="104867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Aula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Apresentação </a:t>
            </a:r>
            <a:r>
              <a:rPr lang="pt-BR" dirty="0"/>
              <a:t>da disciplina, conceitos e arquitetura -&gt; historia, topologia, servidor DNS, DMZ, serviços </a:t>
            </a:r>
            <a:r>
              <a:rPr lang="pt-BR" dirty="0" smtClean="0"/>
              <a:t>TCP, Servidor </a:t>
            </a:r>
            <a:r>
              <a:rPr lang="pt-BR" dirty="0"/>
              <a:t>de aplicação, funcionamento dos </a:t>
            </a:r>
            <a:r>
              <a:rPr lang="pt-BR" dirty="0" smtClean="0"/>
              <a:t>navegadores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Páginas </a:t>
            </a:r>
            <a:r>
              <a:rPr lang="pt-BR" dirty="0"/>
              <a:t>Estáticas HTML </a:t>
            </a:r>
            <a:endParaRPr lang="pt-BR" dirty="0" smtClean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Páginas Estáticas </a:t>
            </a:r>
            <a:r>
              <a:rPr lang="pt-BR" dirty="0" smtClean="0"/>
              <a:t>HTM 5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CSS </a:t>
            </a:r>
            <a:r>
              <a:rPr lang="pt-BR" dirty="0"/>
              <a:t>folha de estilo </a:t>
            </a:r>
            <a:endParaRPr lang="pt-BR" dirty="0" smtClean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CSS folha de estilo </a:t>
            </a:r>
            <a:r>
              <a:rPr lang="pt-BR" dirty="0" smtClean="0"/>
              <a:t>– Cascata e Meia Queries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CSS folha de estilo – </a:t>
            </a:r>
            <a:r>
              <a:rPr lang="pt-BR" dirty="0" smtClean="0"/>
              <a:t>Framework </a:t>
            </a:r>
            <a:r>
              <a:rPr lang="pt-BR" dirty="0" err="1" smtClean="0"/>
              <a:t>Bootstrap</a:t>
            </a:r>
            <a:endParaRPr lang="pt-BR" dirty="0" smtClean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Linguagens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– </a:t>
            </a:r>
            <a:r>
              <a:rPr lang="pt-BR" dirty="0" err="1" smtClean="0"/>
              <a:t>Javascript</a:t>
            </a:r>
            <a:endParaRPr lang="pt-BR" dirty="0" smtClean="0"/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Linguagens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</a:t>
            </a:r>
            <a:r>
              <a:rPr lang="pt-BR" dirty="0" smtClean="0"/>
              <a:t>– </a:t>
            </a:r>
            <a:r>
              <a:rPr lang="pt-BR" dirty="0" err="1" smtClean="0"/>
              <a:t>Jquery</a:t>
            </a:r>
            <a:r>
              <a:rPr lang="pt-BR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Linguagens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– </a:t>
            </a:r>
            <a:r>
              <a:rPr lang="pt-BR" dirty="0" err="1"/>
              <a:t>Jquery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Apresentação da </a:t>
            </a:r>
            <a:r>
              <a:rPr lang="pt-BR" dirty="0"/>
              <a:t>Atividade </a:t>
            </a:r>
            <a:r>
              <a:rPr lang="pt-BR" dirty="0" smtClean="0"/>
              <a:t>P1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031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Aula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</a:t>
            </a:r>
            <a:r>
              <a:rPr lang="pt-BR" dirty="0"/>
              <a:t>Dinâmicas - </a:t>
            </a:r>
            <a:r>
              <a:rPr lang="pt-BR" dirty="0" smtClean="0"/>
              <a:t>Navegabilidade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Troca </a:t>
            </a:r>
            <a:r>
              <a:rPr lang="pt-BR" dirty="0"/>
              <a:t>de dados entre páginas -&gt; Troca de dados e </a:t>
            </a:r>
            <a:r>
              <a:rPr lang="pt-BR" dirty="0" smtClean="0"/>
              <a:t>parâmetros </a:t>
            </a:r>
            <a:r>
              <a:rPr lang="pt-BR" dirty="0"/>
              <a:t>GET e SESSION, </a:t>
            </a:r>
            <a:r>
              <a:rPr lang="pt-BR" dirty="0" smtClean="0"/>
              <a:t>Variáveis </a:t>
            </a:r>
            <a:r>
              <a:rPr lang="pt-BR" dirty="0"/>
              <a:t>de sessão, aplicação</a:t>
            </a:r>
            <a:r>
              <a:rPr lang="pt-BR" dirty="0" smtClean="0"/>
              <a:t>, cookies</a:t>
            </a:r>
            <a:r>
              <a:rPr lang="pt-BR" dirty="0"/>
              <a:t>, Controle e Logs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Dinâmicas </a:t>
            </a:r>
            <a:r>
              <a:rPr lang="pt-BR" dirty="0"/>
              <a:t>- CRUD -&gt; Integração com BD </a:t>
            </a:r>
            <a:endParaRPr lang="pt-BR" dirty="0" smtClean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</a:t>
            </a:r>
            <a:r>
              <a:rPr lang="pt-BR" dirty="0"/>
              <a:t>Dinâmicas - Integração com BD -&gt; </a:t>
            </a:r>
            <a:r>
              <a:rPr lang="pt-BR" dirty="0" err="1"/>
              <a:t>Bind</a:t>
            </a:r>
            <a:r>
              <a:rPr lang="pt-BR" dirty="0"/>
              <a:t> de Objetos, listas, relatórios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Validação </a:t>
            </a:r>
            <a:r>
              <a:rPr lang="pt-BR" dirty="0"/>
              <a:t>de formulários e envio de e-mails -&gt; Validação de formulários e envio de e-mails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Ajax </a:t>
            </a:r>
            <a:r>
              <a:rPr lang="pt-BR" dirty="0"/>
              <a:t>-&gt; utilização de </a:t>
            </a:r>
            <a:r>
              <a:rPr lang="pt-BR" dirty="0" smtClean="0"/>
              <a:t>Ajax </a:t>
            </a:r>
            <a:r>
              <a:rPr lang="pt-BR" dirty="0"/>
              <a:t>para páginas </a:t>
            </a:r>
            <a:r>
              <a:rPr lang="pt-BR" dirty="0" smtClean="0"/>
              <a:t>dinâmicas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Webservices </a:t>
            </a:r>
            <a:r>
              <a:rPr lang="pt-BR" dirty="0"/>
              <a:t>-&gt; publicação e utilização de webservices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Apresentação do projeto </a:t>
            </a:r>
            <a:r>
              <a:rPr lang="pt-BR" dirty="0"/>
              <a:t>P2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Servidor </a:t>
            </a:r>
            <a:r>
              <a:rPr lang="pt-BR" dirty="0"/>
              <a:t>de Aplicação -&gt; Servidor de Aplicação: configuração, publicação de aplicações e </a:t>
            </a:r>
            <a:r>
              <a:rPr lang="pt-BR" dirty="0" err="1"/>
              <a:t>deploy</a:t>
            </a:r>
            <a:r>
              <a:rPr lang="pt-BR" dirty="0"/>
              <a:t> de aplicações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Prova </a:t>
            </a:r>
            <a:r>
              <a:rPr lang="pt-BR" dirty="0"/>
              <a:t>P3 -&gt; aplicação de prova p3</a:t>
            </a:r>
          </a:p>
        </p:txBody>
      </p:sp>
    </p:spTree>
    <p:extLst>
      <p:ext uri="{BB962C8B-B14F-4D97-AF65-F5344CB8AC3E}">
        <p14:creationId xmlns:p14="http://schemas.microsoft.com/office/powerpoint/2010/main" val="1585792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Bibliografia </a:t>
            </a:r>
            <a:r>
              <a:rPr lang="pt-BR" dirty="0" err="1"/>
              <a:t>Basica</a:t>
            </a:r>
            <a:r>
              <a:rPr lang="pt-BR" dirty="0"/>
              <a:t> BASHAM, Bryan. Use A Cabeça! </a:t>
            </a:r>
            <a:r>
              <a:rPr lang="pt-BR" dirty="0" err="1"/>
              <a:t>Servlets</a:t>
            </a:r>
            <a:r>
              <a:rPr lang="pt-BR" dirty="0"/>
              <a:t> e JSP. Alta Books, 2008. KURNIAWAN, B. Java para Web com </a:t>
            </a:r>
            <a:r>
              <a:rPr lang="pt-BR" dirty="0" err="1"/>
              <a:t>Servlets</a:t>
            </a:r>
            <a:r>
              <a:rPr lang="pt-BR" dirty="0"/>
              <a:t>, JSP e EJB. São Paulo: Ciência Moderna, 2002. MCLAUGHLIN, B. Java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Xml</a:t>
            </a:r>
            <a:r>
              <a:rPr lang="pt-BR" dirty="0"/>
              <a:t>. </a:t>
            </a:r>
            <a:r>
              <a:rPr lang="pt-BR" dirty="0" err="1"/>
              <a:t>Oreilly</a:t>
            </a:r>
            <a:r>
              <a:rPr lang="pt-BR" dirty="0"/>
              <a:t> &amp; </a:t>
            </a:r>
            <a:r>
              <a:rPr lang="pt-BR" dirty="0" err="1"/>
              <a:t>Assoc</a:t>
            </a:r>
            <a:r>
              <a:rPr lang="pt-BR" dirty="0"/>
              <a:t>, 2006. Bibliografia Complementar NARAMORE, E; GERNER, J; BORONCZYK, T. </a:t>
            </a:r>
            <a:r>
              <a:rPr lang="pt-BR" dirty="0" err="1"/>
              <a:t>Beginning</a:t>
            </a:r>
            <a:r>
              <a:rPr lang="pt-BR" dirty="0"/>
              <a:t> PHP 6, Apache, MYSQL 6 Web </a:t>
            </a:r>
            <a:r>
              <a:rPr lang="pt-BR" dirty="0" err="1"/>
              <a:t>Development</a:t>
            </a:r>
            <a:r>
              <a:rPr lang="pt-BR" dirty="0"/>
              <a:t>. John </a:t>
            </a:r>
            <a:r>
              <a:rPr lang="pt-BR" dirty="0" err="1"/>
              <a:t>Wiley</a:t>
            </a:r>
            <a:r>
              <a:rPr lang="pt-BR" dirty="0"/>
              <a:t> </a:t>
            </a:r>
            <a:r>
              <a:rPr lang="pt-BR" dirty="0" err="1"/>
              <a:t>Consumer</a:t>
            </a:r>
            <a:r>
              <a:rPr lang="pt-BR" dirty="0"/>
              <a:t>, 2009. BORGES JR, M P. Desenvolvendo Webservices - Guia Rápido Usando Visual </a:t>
            </a:r>
            <a:r>
              <a:rPr lang="pt-BR" dirty="0" err="1"/>
              <a:t>Studio.Net</a:t>
            </a:r>
            <a:r>
              <a:rPr lang="pt-BR" dirty="0"/>
              <a:t> com Banco de dados Ciência Moderna, 2005. BORGES JR, M P. Programando em </a:t>
            </a:r>
            <a:r>
              <a:rPr lang="pt-BR" dirty="0" err="1"/>
              <a:t>C#.Net</a:t>
            </a:r>
            <a:r>
              <a:rPr lang="pt-BR" dirty="0"/>
              <a:t> Para Web - Guia Rá</a:t>
            </a:r>
          </a:p>
        </p:txBody>
      </p:sp>
    </p:spTree>
    <p:extLst>
      <p:ext uri="{BB962C8B-B14F-4D97-AF65-F5344CB8AC3E}">
        <p14:creationId xmlns:p14="http://schemas.microsoft.com/office/powerpoint/2010/main" val="543184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139</TotalTime>
  <Words>620</Words>
  <Application>Microsoft Office PowerPoint</Application>
  <PresentationFormat>Apresentação na tela (4:3)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PWEB - Tarde</vt:lpstr>
      <vt:lpstr>Faltas e Chamada</vt:lpstr>
      <vt:lpstr>Ementa e Objetivos</vt:lpstr>
      <vt:lpstr>Plano de Aula</vt:lpstr>
      <vt:lpstr>Plano de Aula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Professor</cp:lastModifiedBy>
  <cp:revision>16</cp:revision>
  <dcterms:created xsi:type="dcterms:W3CDTF">2014-01-27T15:41:35Z</dcterms:created>
  <dcterms:modified xsi:type="dcterms:W3CDTF">2018-08-04T12:49:54Z</dcterms:modified>
</cp:coreProperties>
</file>