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8/7/2017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Analise e desenvolvimento de sistemas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Web</a:t>
            </a:r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www.norton.net.br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 smtClean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17:00 as 22:40</a:t>
            </a:r>
          </a:p>
          <a:p>
            <a:pPr lvl="1"/>
            <a:r>
              <a:rPr lang="pt-BR" dirty="0" smtClean="0"/>
              <a:t>Quinta das 17:00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pratica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16 faltas ou 4 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as 20:00 (09:00 Sábados)</a:t>
            </a:r>
          </a:p>
          <a:p>
            <a:pPr lvl="1"/>
            <a:r>
              <a:rPr lang="pt-BR" dirty="0" smtClean="0"/>
              <a:t>Segunda Chamada as 21:50 (10:30 Sábados)</a:t>
            </a:r>
          </a:p>
          <a:p>
            <a:r>
              <a:rPr lang="pt-BR" dirty="0" smtClean="0"/>
              <a:t>Vespertino</a:t>
            </a:r>
          </a:p>
          <a:p>
            <a:pPr lvl="1"/>
            <a:r>
              <a:rPr lang="pt-BR" dirty="0" smtClean="0"/>
              <a:t>Chamada as 18:00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54</TotalTime>
  <Words>255</Words>
  <Application>Microsoft Office PowerPoint</Application>
  <PresentationFormat>Apresentação na tela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Tw Cen MT</vt:lpstr>
      <vt:lpstr>Wingdings</vt:lpstr>
      <vt:lpstr>Wingdings 2</vt:lpstr>
      <vt:lpstr>Mediano</vt:lpstr>
      <vt:lpstr>Fatec</vt:lpstr>
      <vt:lpstr>Prof. Norton Glaser</vt:lpstr>
      <vt:lpstr>www.norton.net.br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Professor</cp:lastModifiedBy>
  <cp:revision>11</cp:revision>
  <dcterms:created xsi:type="dcterms:W3CDTF">2014-01-27T15:41:35Z</dcterms:created>
  <dcterms:modified xsi:type="dcterms:W3CDTF">2017-08-07T21:58:17Z</dcterms:modified>
</cp:coreProperties>
</file>