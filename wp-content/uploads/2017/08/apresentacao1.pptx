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3" r:id="rId5"/>
    <p:sldId id="265" r:id="rId6"/>
    <p:sldId id="259" r:id="rId7"/>
    <p:sldId id="260" r:id="rId8"/>
    <p:sldId id="261" r:id="rId9"/>
    <p:sldId id="262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48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Analise e desenvolvimento de sistemas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Prof. Norton Glaser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Formado pela UNICAMP </a:t>
            </a:r>
          </a:p>
          <a:p>
            <a:r>
              <a:rPr lang="pt-BR" dirty="0" smtClean="0"/>
              <a:t>Professor universitário desde 2005</a:t>
            </a:r>
          </a:p>
          <a:p>
            <a:r>
              <a:rPr lang="pt-BR" dirty="0" smtClean="0"/>
              <a:t>Ministro aulas na Fatec Ipiranga e Fatec São Caetano do Sul</a:t>
            </a:r>
          </a:p>
          <a:p>
            <a:pPr lvl="1"/>
            <a:r>
              <a:rPr lang="pt-BR" dirty="0" smtClean="0"/>
              <a:t>Algoritmos</a:t>
            </a:r>
          </a:p>
          <a:p>
            <a:pPr lvl="1"/>
            <a:r>
              <a:rPr lang="pt-BR" dirty="0" smtClean="0"/>
              <a:t>Programação Web</a:t>
            </a:r>
          </a:p>
          <a:p>
            <a:pPr lvl="1"/>
            <a:r>
              <a:rPr lang="pt-BR" dirty="0" smtClean="0"/>
              <a:t>Ferramentas Web</a:t>
            </a:r>
          </a:p>
          <a:p>
            <a:r>
              <a:rPr lang="pt-BR" dirty="0" smtClean="0"/>
              <a:t>Especialista em programação,  integração  de sistemas e web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t-BR" sz="4400" b="1" dirty="0" smtClean="0"/>
              <a:t>www.norton.net.br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Material</a:t>
            </a:r>
          </a:p>
          <a:p>
            <a:r>
              <a:rPr lang="pt-BR" dirty="0" smtClean="0"/>
              <a:t>Atividades</a:t>
            </a:r>
          </a:p>
          <a:p>
            <a:r>
              <a:rPr lang="pt-BR" dirty="0" smtClean="0"/>
              <a:t>Links</a:t>
            </a:r>
          </a:p>
          <a:p>
            <a:pPr lvl="1"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pt-BR" sz="3600" b="1" dirty="0" smtClean="0"/>
              <a:t>Norton.glaser@fatec.sp.gov.br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 smtClean="0"/>
              <a:t>Duvidas</a:t>
            </a:r>
          </a:p>
          <a:p>
            <a:pPr lvl="1"/>
            <a:r>
              <a:rPr lang="pt-BR" dirty="0" smtClean="0"/>
              <a:t>Sugestões</a:t>
            </a:r>
          </a:p>
          <a:p>
            <a:pPr lvl="1"/>
            <a:r>
              <a:rPr lang="pt-BR" dirty="0" smtClean="0"/>
              <a:t>Criticas</a:t>
            </a:r>
          </a:p>
          <a:p>
            <a:pPr lvl="1"/>
            <a:r>
              <a:rPr lang="pt-BR" dirty="0" smtClean="0"/>
              <a:t>Envio de atividades e trabalhos</a:t>
            </a:r>
          </a:p>
          <a:p>
            <a:pPr lvl="1"/>
            <a:r>
              <a:rPr lang="pt-BR" dirty="0" smtClean="0"/>
              <a:t>Aviso prévio de ausência</a:t>
            </a:r>
          </a:p>
          <a:p>
            <a:pPr lvl="1"/>
            <a:r>
              <a:rPr lang="pt-BR" dirty="0" smtClean="0"/>
              <a:t>TCC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Dias na faculdade</a:t>
            </a:r>
          </a:p>
          <a:p>
            <a:pPr lvl="1"/>
            <a:r>
              <a:rPr lang="pt-BR" dirty="0" smtClean="0"/>
              <a:t>Terça </a:t>
            </a:r>
            <a:r>
              <a:rPr lang="pt-BR" dirty="0" smtClean="0"/>
              <a:t>das </a:t>
            </a:r>
            <a:r>
              <a:rPr lang="pt-BR" dirty="0" smtClean="0"/>
              <a:t>19:00 </a:t>
            </a:r>
            <a:r>
              <a:rPr lang="pt-BR" dirty="0" smtClean="0"/>
              <a:t>as </a:t>
            </a:r>
            <a:r>
              <a:rPr lang="pt-BR" dirty="0" smtClean="0"/>
              <a:t>22:30</a:t>
            </a:r>
            <a:endParaRPr lang="pt-BR" dirty="0" smtClean="0"/>
          </a:p>
          <a:p>
            <a:pPr lvl="1"/>
            <a:r>
              <a:rPr lang="pt-BR" dirty="0" smtClean="0"/>
              <a:t>Sexta </a:t>
            </a:r>
            <a:r>
              <a:rPr lang="pt-BR" dirty="0" smtClean="0"/>
              <a:t>das </a:t>
            </a:r>
            <a:r>
              <a:rPr lang="pt-BR" dirty="0" smtClean="0"/>
              <a:t>07:00 </a:t>
            </a:r>
            <a:r>
              <a:rPr lang="pt-BR" dirty="0" smtClean="0"/>
              <a:t>as </a:t>
            </a:r>
            <a:r>
              <a:rPr lang="pt-BR" dirty="0" smtClean="0"/>
              <a:t>10:30</a:t>
            </a:r>
            <a:endParaRPr lang="pt-BR" dirty="0" smtClean="0"/>
          </a:p>
          <a:p>
            <a:pPr lvl="1"/>
            <a:r>
              <a:rPr lang="pt-BR" dirty="0" smtClean="0"/>
              <a:t>Sexta </a:t>
            </a:r>
            <a:r>
              <a:rPr lang="pt-BR" dirty="0" smtClean="0"/>
              <a:t>das </a:t>
            </a:r>
            <a:r>
              <a:rPr lang="pt-BR" dirty="0" smtClean="0"/>
              <a:t>19:00 </a:t>
            </a:r>
            <a:r>
              <a:rPr lang="pt-BR" dirty="0" smtClean="0"/>
              <a:t>as </a:t>
            </a:r>
            <a:r>
              <a:rPr lang="pt-BR" dirty="0" smtClean="0"/>
              <a:t>22:30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Dinâmica da aula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1 aula – aula teórica</a:t>
            </a:r>
          </a:p>
          <a:p>
            <a:r>
              <a:rPr lang="pt-BR" dirty="0" smtClean="0"/>
              <a:t>2 aula – atividade pratica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Atividade pratica (20% da nota do bimestre) – deve ser entregue e pode ser realizada em duplas.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P1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Prova bimestral com consulta ao próprio material.</a:t>
            </a:r>
          </a:p>
          <a:p>
            <a:r>
              <a:rPr lang="pt-BR" dirty="0" smtClean="0"/>
              <a:t>P2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Prova bimestral com consulta ao próprio material.</a:t>
            </a:r>
          </a:p>
          <a:p>
            <a:r>
              <a:rPr lang="pt-BR" dirty="0" smtClean="0"/>
              <a:t>P3</a:t>
            </a:r>
          </a:p>
          <a:p>
            <a:pPr lvl="1"/>
            <a:r>
              <a:rPr lang="pt-BR" dirty="0" smtClean="0"/>
              <a:t>100% Prova sem consulta contemplando todo o conteúdo do semestre.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Maximo de 25% de faltas</a:t>
            </a:r>
          </a:p>
          <a:p>
            <a:r>
              <a:rPr lang="pt-BR" dirty="0" smtClean="0"/>
              <a:t>80 aulas no semestre, 4 aulas por dia</a:t>
            </a:r>
          </a:p>
          <a:p>
            <a:r>
              <a:rPr lang="pt-BR" dirty="0" smtClean="0"/>
              <a:t>16 faltas ou 4 dias no semestre</a:t>
            </a:r>
          </a:p>
          <a:p>
            <a:r>
              <a:rPr lang="pt-BR" dirty="0" smtClean="0"/>
              <a:t>Noturno</a:t>
            </a:r>
          </a:p>
          <a:p>
            <a:pPr lvl="1"/>
            <a:r>
              <a:rPr lang="pt-BR" dirty="0" smtClean="0"/>
              <a:t>Primeira Chamada as </a:t>
            </a:r>
            <a:r>
              <a:rPr lang="pt-BR" dirty="0" smtClean="0"/>
              <a:t>20:30 </a:t>
            </a:r>
            <a:endParaRPr lang="pt-BR" dirty="0" smtClean="0"/>
          </a:p>
          <a:p>
            <a:pPr lvl="1"/>
            <a:r>
              <a:rPr lang="pt-BR" dirty="0" smtClean="0"/>
              <a:t>Segunda Chamada </a:t>
            </a:r>
            <a:r>
              <a:rPr lang="pt-BR" dirty="0" smtClean="0"/>
              <a:t>Entrega das Atividades</a:t>
            </a:r>
            <a:endParaRPr lang="pt-BR" dirty="0" smtClean="0"/>
          </a:p>
          <a:p>
            <a:r>
              <a:rPr lang="pt-BR" dirty="0" smtClean="0"/>
              <a:t>Matutino</a:t>
            </a:r>
            <a:endParaRPr lang="pt-BR" dirty="0" smtClean="0"/>
          </a:p>
          <a:p>
            <a:pPr lvl="1"/>
            <a:r>
              <a:rPr lang="pt-BR" dirty="0" smtClean="0"/>
              <a:t>Chamada as </a:t>
            </a:r>
            <a:r>
              <a:rPr lang="pt-BR" dirty="0" smtClean="0"/>
              <a:t>8:30</a:t>
            </a:r>
          </a:p>
          <a:p>
            <a:pPr lvl="1"/>
            <a:r>
              <a:rPr lang="pt-BR" dirty="0"/>
              <a:t>Segunda Chamada Entrega das </a:t>
            </a:r>
            <a:r>
              <a:rPr lang="pt-BR" dirty="0" smtClean="0"/>
              <a:t>Atividades</a:t>
            </a:r>
            <a:endParaRPr lang="pt-BR" dirty="0" smtClean="0"/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Faltas serão abonadas caso comunicadas com antecedência, por e-mail com justificativas plausíveis.</a:t>
            </a:r>
          </a:p>
          <a:p>
            <a:pPr lvl="1"/>
            <a:r>
              <a:rPr lang="pt-BR" dirty="0" smtClean="0"/>
              <a:t>Questões de Saúde.</a:t>
            </a:r>
          </a:p>
          <a:p>
            <a:pPr lvl="1"/>
            <a:r>
              <a:rPr lang="pt-BR" dirty="0" smtClean="0"/>
              <a:t>Problemas eventuais no trabalho.</a:t>
            </a:r>
          </a:p>
          <a:p>
            <a:pPr lvl="1"/>
            <a:r>
              <a:rPr lang="pt-BR" dirty="0" smtClean="0"/>
              <a:t>Cursos na área, comprovados com certificados.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Laboratório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Noturno</a:t>
            </a:r>
          </a:p>
          <a:p>
            <a:pPr lvl="1"/>
            <a:r>
              <a:rPr lang="pt-BR" dirty="0" smtClean="0"/>
              <a:t>Semana 1</a:t>
            </a:r>
          </a:p>
          <a:p>
            <a:pPr lvl="2"/>
            <a:r>
              <a:rPr lang="pt-BR" dirty="0" smtClean="0"/>
              <a:t>Sala 1 – primeira aula</a:t>
            </a:r>
          </a:p>
          <a:p>
            <a:pPr lvl="2"/>
            <a:r>
              <a:rPr lang="pt-BR" dirty="0" err="1" smtClean="0"/>
              <a:t>Lab</a:t>
            </a:r>
            <a:r>
              <a:rPr lang="pt-BR" dirty="0" smtClean="0"/>
              <a:t> 4 – Segunda aula</a:t>
            </a:r>
          </a:p>
          <a:p>
            <a:pPr lvl="1"/>
            <a:r>
              <a:rPr lang="pt-BR" dirty="0" smtClean="0"/>
              <a:t>Semana 2</a:t>
            </a:r>
          </a:p>
          <a:p>
            <a:pPr lvl="2"/>
            <a:r>
              <a:rPr lang="pt-BR" dirty="0" err="1" smtClean="0"/>
              <a:t>Lab</a:t>
            </a:r>
            <a:r>
              <a:rPr lang="pt-BR" dirty="0" smtClean="0"/>
              <a:t> 4 – primeira e segunda aula</a:t>
            </a:r>
          </a:p>
          <a:p>
            <a:r>
              <a:rPr lang="pt-BR" dirty="0" smtClean="0"/>
              <a:t>Matutino</a:t>
            </a:r>
          </a:p>
          <a:p>
            <a:pPr lvl="2"/>
            <a:r>
              <a:rPr lang="pt-BR" dirty="0" smtClean="0"/>
              <a:t>Lab1 – primeira e segunda aula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7822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59</TotalTime>
  <Words>283</Words>
  <Application>Microsoft Office PowerPoint</Application>
  <PresentationFormat>Apresentação na tela (4:3)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Tw Cen MT</vt:lpstr>
      <vt:lpstr>Wingdings</vt:lpstr>
      <vt:lpstr>Wingdings 2</vt:lpstr>
      <vt:lpstr>Mediano</vt:lpstr>
      <vt:lpstr>Fatec</vt:lpstr>
      <vt:lpstr>Prof. Norton Glaser</vt:lpstr>
      <vt:lpstr>www.norton.net.br</vt:lpstr>
      <vt:lpstr>Norton.glaser@fatec.sp.gov.br</vt:lpstr>
      <vt:lpstr>Contato</vt:lpstr>
      <vt:lpstr>Dinâmica da aula</vt:lpstr>
      <vt:lpstr>Avaliação</vt:lpstr>
      <vt:lpstr>Faltas e Chamada</vt:lpstr>
      <vt:lpstr>Faltas e Chamada</vt:lpstr>
      <vt:lpstr>Laboratório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aluno</cp:lastModifiedBy>
  <cp:revision>13</cp:revision>
  <dcterms:created xsi:type="dcterms:W3CDTF">2014-01-27T15:41:35Z</dcterms:created>
  <dcterms:modified xsi:type="dcterms:W3CDTF">2017-08-08T22:05:25Z</dcterms:modified>
</cp:coreProperties>
</file>