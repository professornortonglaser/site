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6" r:id="rId10"/>
    <p:sldId id="262" r:id="rId11"/>
    <p:sldId id="270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Analise e desenvolvimento de sistemas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Prof. Norton Glaser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Formado pela UNICAMP </a:t>
            </a:r>
          </a:p>
          <a:p>
            <a:r>
              <a:rPr lang="pt-BR" dirty="0"/>
              <a:t>Professor universitário desde 2005</a:t>
            </a:r>
          </a:p>
          <a:p>
            <a:r>
              <a:rPr lang="pt-BR" dirty="0"/>
              <a:t>Ministro aulas na Fatec Ipiranga e Fatec São Caetano do Sul desde 2012</a:t>
            </a:r>
          </a:p>
          <a:p>
            <a:pPr lvl="1"/>
            <a:r>
              <a:rPr lang="pt-BR" dirty="0"/>
              <a:t>Algoritmos</a:t>
            </a:r>
          </a:p>
          <a:p>
            <a:pPr lvl="1"/>
            <a:r>
              <a:rPr lang="pt-BR" dirty="0"/>
              <a:t>Programação Web</a:t>
            </a:r>
          </a:p>
          <a:p>
            <a:pPr lvl="1"/>
            <a:r>
              <a:rPr lang="pt-BR" dirty="0"/>
              <a:t>Ferramentas Web</a:t>
            </a:r>
          </a:p>
          <a:p>
            <a:r>
              <a:rPr lang="pt-BR" dirty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Material</a:t>
            </a:r>
          </a:p>
          <a:p>
            <a:r>
              <a:rPr lang="pt-BR" dirty="0"/>
              <a:t>Atividades</a:t>
            </a:r>
          </a:p>
          <a:p>
            <a:r>
              <a:rPr lang="pt-BR" dirty="0"/>
              <a:t>Links</a:t>
            </a:r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/>
              <a:t>Duvidas</a:t>
            </a:r>
          </a:p>
          <a:p>
            <a:pPr lvl="1"/>
            <a:r>
              <a:rPr lang="pt-BR" dirty="0"/>
              <a:t>Sugestões</a:t>
            </a:r>
          </a:p>
          <a:p>
            <a:pPr lvl="1"/>
            <a:r>
              <a:rPr lang="pt-BR" dirty="0"/>
              <a:t>Criticas</a:t>
            </a:r>
          </a:p>
          <a:p>
            <a:pPr lvl="1"/>
            <a:r>
              <a:rPr lang="pt-BR" dirty="0"/>
              <a:t>Envio de atividades e trabalhos</a:t>
            </a:r>
          </a:p>
          <a:p>
            <a:pPr lvl="1"/>
            <a:r>
              <a:rPr lang="pt-BR" dirty="0"/>
              <a:t>Aviso prévio de ausência</a:t>
            </a:r>
          </a:p>
          <a:p>
            <a:pPr lvl="1"/>
            <a:r>
              <a:rPr lang="pt-BR" dirty="0"/>
              <a:t>TCC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Contato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Dias na faculdade</a:t>
            </a:r>
          </a:p>
          <a:p>
            <a:pPr lvl="1"/>
            <a:r>
              <a:rPr lang="pt-BR" dirty="0"/>
              <a:t>Segunda das 17:00 as 22:40</a:t>
            </a:r>
          </a:p>
          <a:p>
            <a:pPr lvl="1"/>
            <a:r>
              <a:rPr lang="pt-BR" dirty="0"/>
              <a:t>Terça das 18:30 as 22:40</a:t>
            </a:r>
          </a:p>
          <a:p>
            <a:pPr lvl="1"/>
            <a:r>
              <a:rPr lang="pt-BR" dirty="0"/>
              <a:t>Quinta das 17:00 as 22:40</a:t>
            </a:r>
          </a:p>
          <a:p>
            <a:pPr lvl="1"/>
            <a:r>
              <a:rPr lang="pt-BR" dirty="0"/>
              <a:t>Sábado das 08:00 as 11:40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1 aula – aula teórica</a:t>
            </a:r>
          </a:p>
          <a:p>
            <a:r>
              <a:rPr lang="pt-BR" dirty="0"/>
              <a:t>2 aula – atividade pratica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r>
              <a:rPr lang="pt-BR" dirty="0"/>
              <a:t>Atividade pratica (40%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P1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Projeto p1</a:t>
            </a:r>
          </a:p>
          <a:p>
            <a:r>
              <a:rPr lang="pt-BR" dirty="0"/>
              <a:t>P2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Projeto p2</a:t>
            </a:r>
          </a:p>
          <a:p>
            <a:r>
              <a:rPr lang="pt-BR" dirty="0"/>
              <a:t>P3</a:t>
            </a:r>
          </a:p>
          <a:p>
            <a:pPr lvl="1"/>
            <a:r>
              <a:rPr lang="pt-BR" dirty="0"/>
              <a:t>100% Prova sem consulta contemplando todo o conteúdo do semestre.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Maximo de 25% de faltas</a:t>
            </a:r>
          </a:p>
          <a:p>
            <a:r>
              <a:rPr lang="pt-BR" dirty="0"/>
              <a:t>80 aulas no semestre, 4 aulas por dia</a:t>
            </a:r>
          </a:p>
          <a:p>
            <a:r>
              <a:rPr lang="pt-BR" dirty="0"/>
              <a:t>20 faltas ou 5 dias no semestre</a:t>
            </a:r>
          </a:p>
          <a:p>
            <a:r>
              <a:rPr lang="pt-BR" dirty="0"/>
              <a:t>Noturno</a:t>
            </a:r>
          </a:p>
          <a:p>
            <a:pPr lvl="1"/>
            <a:r>
              <a:rPr lang="pt-BR" dirty="0"/>
              <a:t>Primeira Chamada 09:30 Sábados</a:t>
            </a:r>
          </a:p>
          <a:p>
            <a:pPr lvl="1"/>
            <a:r>
              <a:rPr lang="pt-BR" dirty="0"/>
              <a:t>Entrega das atividades</a:t>
            </a:r>
          </a:p>
          <a:p>
            <a:r>
              <a:rPr lang="pt-BR" dirty="0"/>
              <a:t>Vespertino</a:t>
            </a:r>
          </a:p>
          <a:p>
            <a:pPr lvl="1"/>
            <a:r>
              <a:rPr lang="pt-BR" dirty="0"/>
              <a:t>Chamada as 18:00</a:t>
            </a:r>
          </a:p>
          <a:p>
            <a:pPr>
              <a:buNone/>
            </a:pPr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PWEB - Tarde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Aula de Quinta Feira (Teórica) Chamada as 18:00.</a:t>
            </a:r>
          </a:p>
          <a:p>
            <a:r>
              <a:rPr lang="pt-BR" dirty="0"/>
              <a:t>Aula de Segunda Feira (Pratica) Chamada Entrega de Atividade.</a:t>
            </a:r>
          </a:p>
        </p:txBody>
      </p:sp>
    </p:spTree>
    <p:extLst>
      <p:ext uri="{BB962C8B-B14F-4D97-AF65-F5344CB8AC3E}">
        <p14:creationId xmlns:p14="http://schemas.microsoft.com/office/powerpoint/2010/main" val="1690551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Faltas serão abonadas caso comunicadas com antecedência, por e-mail com justificativas plausíveis.</a:t>
            </a:r>
          </a:p>
          <a:p>
            <a:pPr lvl="1"/>
            <a:r>
              <a:rPr lang="pt-BR" dirty="0"/>
              <a:t>Questões de Saúde.</a:t>
            </a:r>
          </a:p>
          <a:p>
            <a:pPr lvl="1"/>
            <a:r>
              <a:rPr lang="pt-BR" dirty="0"/>
              <a:t>Problemas eventuais no trabalho.</a:t>
            </a:r>
          </a:p>
          <a:p>
            <a:pPr lvl="1"/>
            <a:r>
              <a:rPr lang="pt-BR" dirty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e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  <a:p>
            <a:pPr lvl="1"/>
            <a:r>
              <a:rPr lang="pt-BR" dirty="0"/>
              <a:t> Programação do lado servidor: conhecimento de uma linguagem e padrões. Controle de sessões, cookies, </a:t>
            </a:r>
            <a:r>
              <a:rPr lang="pt-BR" dirty="0" err="1"/>
              <a:t>request</a:t>
            </a:r>
            <a:r>
              <a:rPr lang="pt-BR" dirty="0"/>
              <a:t>/response e conexão com BD </a:t>
            </a:r>
          </a:p>
          <a:p>
            <a:pPr marL="365760" lvl="1" indent="0">
              <a:buNone/>
            </a:pPr>
            <a:endParaRPr lang="pt-BR" dirty="0"/>
          </a:p>
          <a:p>
            <a:r>
              <a:rPr lang="pt-BR" dirty="0"/>
              <a:t>Objetivo </a:t>
            </a:r>
          </a:p>
          <a:p>
            <a:pPr lvl="1"/>
            <a:r>
              <a:rPr lang="pt-BR" dirty="0"/>
              <a:t>Implementar aplicações WEB, em servidores</a:t>
            </a:r>
          </a:p>
        </p:txBody>
      </p:sp>
    </p:spTree>
    <p:extLst>
      <p:ext uri="{BB962C8B-B14F-4D97-AF65-F5344CB8AC3E}">
        <p14:creationId xmlns:p14="http://schemas.microsoft.com/office/powerpoint/2010/main" val="104867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Aula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Apresentação da disciplina, conceitos e arquitetura -&gt; historia, topologia, servidor DNS, DMZ, serviços TCP, Servidor de aplicação, funcionamento dos navegadores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Páginas Estáticas HTML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Páginas Estáticas HTM 5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CSS folha de estilo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CSS folha de estilo – Cascata e Meia Queries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CSS folha de estilo – Framework </a:t>
            </a:r>
            <a:r>
              <a:rPr lang="pt-BR" dirty="0" err="1"/>
              <a:t>Bootstrap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– </a:t>
            </a:r>
            <a:r>
              <a:rPr lang="pt-BR" dirty="0" err="1"/>
              <a:t>Javascript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– </a:t>
            </a:r>
            <a:r>
              <a:rPr lang="pt-BR" dirty="0" err="1"/>
              <a:t>Jquery</a:t>
            </a:r>
            <a:r>
              <a:rPr lang="pt-BR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– </a:t>
            </a:r>
            <a:r>
              <a:rPr lang="pt-BR" dirty="0" err="1"/>
              <a:t>Jquery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Apresentação da Atividade P1</a:t>
            </a:r>
          </a:p>
        </p:txBody>
      </p:sp>
    </p:spTree>
    <p:extLst>
      <p:ext uri="{BB962C8B-B14F-4D97-AF65-F5344CB8AC3E}">
        <p14:creationId xmlns:p14="http://schemas.microsoft.com/office/powerpoint/2010/main" val="235031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Aula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Páginas Dinâmicas - Navegabilidade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Troca de dados entre páginas -&gt; Troca de dados e parâmetros GET e SESSION, Variáveis de sessão, aplicação, cookies, Controle e Logs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Páginas Dinâmicas - CRUD -&gt; Integração com BD 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Páginas Dinâmicas - Integração com BD -&gt; </a:t>
            </a:r>
            <a:r>
              <a:rPr lang="pt-BR" dirty="0" err="1"/>
              <a:t>Bind</a:t>
            </a:r>
            <a:r>
              <a:rPr lang="pt-BR" dirty="0"/>
              <a:t> de Objetos, listas, relatórios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Validação de formulários e envio de e-mails -&gt; Validação de formulários e envio de e-mails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Ajax -&gt; utilização de Ajax para páginas dinâmicas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Webservices -&gt; publicação e utilização de webservices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Apresentação do projeto 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Servidor de Aplicação -&gt; Servidor de Aplicação: configuração, publicação de aplicações e </a:t>
            </a:r>
            <a:r>
              <a:rPr lang="pt-BR" dirty="0" err="1"/>
              <a:t>deploy</a:t>
            </a:r>
            <a:r>
              <a:rPr lang="pt-BR" dirty="0"/>
              <a:t> de aplicações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Prova P3 -&gt; aplicação de prova p3</a:t>
            </a:r>
          </a:p>
        </p:txBody>
      </p:sp>
    </p:spTree>
    <p:extLst>
      <p:ext uri="{BB962C8B-B14F-4D97-AF65-F5344CB8AC3E}">
        <p14:creationId xmlns:p14="http://schemas.microsoft.com/office/powerpoint/2010/main" val="1585792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Bibliografia </a:t>
            </a:r>
            <a:r>
              <a:rPr lang="pt-BR" dirty="0" err="1"/>
              <a:t>Basica</a:t>
            </a:r>
            <a:r>
              <a:rPr lang="pt-BR" dirty="0"/>
              <a:t> BASHAM, Bryan. Use A Cabeça! </a:t>
            </a:r>
            <a:r>
              <a:rPr lang="pt-BR" dirty="0" err="1"/>
              <a:t>Servlets</a:t>
            </a:r>
            <a:r>
              <a:rPr lang="pt-BR" dirty="0"/>
              <a:t> e JSP. Alta Books, 2008. KURNIAWAN, B. Java para Web com </a:t>
            </a:r>
            <a:r>
              <a:rPr lang="pt-BR" dirty="0" err="1"/>
              <a:t>Servlets</a:t>
            </a:r>
            <a:r>
              <a:rPr lang="pt-BR" dirty="0"/>
              <a:t>, JSP e EJB. São Paulo: Ciência Moderna, 2002. MCLAUGHLIN, B. Java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Xml</a:t>
            </a:r>
            <a:r>
              <a:rPr lang="pt-BR" dirty="0"/>
              <a:t>. </a:t>
            </a:r>
            <a:r>
              <a:rPr lang="pt-BR" dirty="0" err="1"/>
              <a:t>Oreilly</a:t>
            </a:r>
            <a:r>
              <a:rPr lang="pt-BR" dirty="0"/>
              <a:t> &amp; </a:t>
            </a:r>
            <a:r>
              <a:rPr lang="pt-BR" dirty="0" err="1"/>
              <a:t>Assoc</a:t>
            </a:r>
            <a:r>
              <a:rPr lang="pt-BR" dirty="0"/>
              <a:t>, 2006. Bibliografia Complementar NARAMORE, E; GERNER, J; BORONCZYK, T. </a:t>
            </a:r>
            <a:r>
              <a:rPr lang="pt-BR" dirty="0" err="1"/>
              <a:t>Beginning</a:t>
            </a:r>
            <a:r>
              <a:rPr lang="pt-BR" dirty="0"/>
              <a:t> PHP 6, Apache, MYSQL 6 Web </a:t>
            </a:r>
            <a:r>
              <a:rPr lang="pt-BR" dirty="0" err="1"/>
              <a:t>Development</a:t>
            </a:r>
            <a:r>
              <a:rPr lang="pt-BR" dirty="0"/>
              <a:t>. John </a:t>
            </a:r>
            <a:r>
              <a:rPr lang="pt-BR" dirty="0" err="1"/>
              <a:t>Wiley</a:t>
            </a:r>
            <a:r>
              <a:rPr lang="pt-BR" dirty="0"/>
              <a:t> </a:t>
            </a:r>
            <a:r>
              <a:rPr lang="pt-BR" dirty="0" err="1"/>
              <a:t>Consumer</a:t>
            </a:r>
            <a:r>
              <a:rPr lang="pt-BR" dirty="0"/>
              <a:t>, 2009. BORGES JR, M P. Desenvolvendo Webservices - Guia Rápido Usando Visual </a:t>
            </a:r>
            <a:r>
              <a:rPr lang="pt-BR" dirty="0" err="1"/>
              <a:t>Studio.Net</a:t>
            </a:r>
            <a:r>
              <a:rPr lang="pt-BR" dirty="0"/>
              <a:t> com Banco de dados Ciência Moderna, 2005. BORGES JR, M P. Programando em </a:t>
            </a:r>
            <a:r>
              <a:rPr lang="pt-BR" dirty="0" err="1"/>
              <a:t>C#.Net</a:t>
            </a:r>
            <a:r>
              <a:rPr lang="pt-BR" dirty="0"/>
              <a:t> Para Web - Guia Rá</a:t>
            </a:r>
          </a:p>
        </p:txBody>
      </p:sp>
    </p:spTree>
    <p:extLst>
      <p:ext uri="{BB962C8B-B14F-4D97-AF65-F5344CB8AC3E}">
        <p14:creationId xmlns:p14="http://schemas.microsoft.com/office/powerpoint/2010/main" val="543184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140</TotalTime>
  <Words>637</Words>
  <Application>Microsoft Office PowerPoint</Application>
  <PresentationFormat>On-screen Show (4:3)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PWEB - Tarde</vt:lpstr>
      <vt:lpstr>Faltas e Chamada</vt:lpstr>
      <vt:lpstr>Ementa e Objetivos</vt:lpstr>
      <vt:lpstr>Plano de Aula</vt:lpstr>
      <vt:lpstr>Plano de Aula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17</cp:revision>
  <dcterms:created xsi:type="dcterms:W3CDTF">2014-01-27T15:41:35Z</dcterms:created>
  <dcterms:modified xsi:type="dcterms:W3CDTF">2019-02-07T15:28:23Z</dcterms:modified>
</cp:coreProperties>
</file>