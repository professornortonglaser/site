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8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002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64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1743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0981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0585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3365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336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380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8380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0218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0007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972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6038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3890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740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167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BE6C8-9227-4DB5-BC29-F00D4DE8366E}" type="datetimeFigureOut">
              <a:rPr lang="pt-BR" smtClean="0"/>
              <a:t>21/09/2023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93F90CD-AFFA-4879-AC56-8FDA3D8C51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E576E-F6BB-4CA6-AFDD-B21D31F306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pweb</a:t>
            </a:r>
            <a:r>
              <a:rPr lang="pt-BR" dirty="0"/>
              <a:t> – Angular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BB946C-6090-4AA2-B98F-964506FD7F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Estruturando um projeto em angular</a:t>
            </a:r>
          </a:p>
        </p:txBody>
      </p:sp>
    </p:spTree>
    <p:extLst>
      <p:ext uri="{BB962C8B-B14F-4D97-AF65-F5344CB8AC3E}">
        <p14:creationId xmlns:p14="http://schemas.microsoft.com/office/powerpoint/2010/main" val="1933325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CDB3C4B-0432-4914-A923-66FACBADF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50" y="4692988"/>
            <a:ext cx="6715125" cy="214312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5D16798-EC91-4128-8CEF-27E0C789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novo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597C6A-7F5B-4C79-90E3-0CEAA2C29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>
                <a:highlight>
                  <a:srgbClr val="FFFF00"/>
                </a:highlight>
              </a:rPr>
              <a:t>ng</a:t>
            </a:r>
            <a:r>
              <a:rPr lang="pt-BR" dirty="0">
                <a:highlight>
                  <a:srgbClr val="FFFF00"/>
                </a:highlight>
              </a:rPr>
              <a:t> new </a:t>
            </a:r>
            <a:r>
              <a:rPr lang="pt-BR" dirty="0" err="1">
                <a:highlight>
                  <a:srgbClr val="FFFF00"/>
                </a:highlight>
              </a:rPr>
              <a:t>meuProjeto</a:t>
            </a:r>
            <a:endParaRPr lang="pt-BR" dirty="0">
              <a:highlight>
                <a:srgbClr val="FFFF00"/>
              </a:highlight>
            </a:endParaRPr>
          </a:p>
          <a:p>
            <a:pPr lvl="1"/>
            <a:r>
              <a:rPr lang="pt-BR" dirty="0"/>
              <a:t>O primeiro passo e criar o projeto utilizando o comando no terminal</a:t>
            </a:r>
          </a:p>
          <a:p>
            <a:pPr lvl="1"/>
            <a:r>
              <a:rPr lang="pt-BR" dirty="0"/>
              <a:t>Escolha as opções padrão para a sua criação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457200" lvl="1" indent="0">
              <a:buNone/>
            </a:pPr>
            <a:endParaRPr lang="pt-BR" dirty="0"/>
          </a:p>
          <a:p>
            <a:pPr lvl="1"/>
            <a:r>
              <a:rPr lang="pt-BR" dirty="0"/>
              <a:t>Posicione o terminal na pasta correta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E37237-3912-452D-84C2-24BEBA77D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018" y="3143924"/>
            <a:ext cx="6677957" cy="17147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10414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B08BF-B851-42FD-986F-9C1947758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novo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CE0DF2-7B4D-4F15-8BED-D130ECCDA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Vai ser criado uma estrutura com os arquivos do projeto</a:t>
            </a:r>
          </a:p>
          <a:p>
            <a:r>
              <a:rPr lang="pt-BR" sz="2400" dirty="0"/>
              <a:t>Os arquivos .</a:t>
            </a:r>
            <a:r>
              <a:rPr lang="pt-BR" sz="2400" dirty="0" err="1"/>
              <a:t>json</a:t>
            </a:r>
            <a:r>
              <a:rPr lang="pt-BR" sz="2400" dirty="0"/>
              <a:t> são arquivos de configuração</a:t>
            </a:r>
          </a:p>
          <a:p>
            <a:r>
              <a:rPr lang="pt-BR" sz="2400" dirty="0"/>
              <a:t>A pastar </a:t>
            </a:r>
            <a:r>
              <a:rPr lang="pt-BR" sz="2400" dirty="0" err="1"/>
              <a:t>src</a:t>
            </a:r>
            <a:r>
              <a:rPr lang="pt-BR" sz="2400" dirty="0"/>
              <a:t> e a pasta de trabalho onde vamos trabalhar</a:t>
            </a:r>
          </a:p>
          <a:p>
            <a:r>
              <a:rPr lang="pt-BR" sz="2400" dirty="0"/>
              <a:t>O arquivo index.html e o arquivo estrutural inicial</a:t>
            </a:r>
          </a:p>
          <a:p>
            <a:pPr lvl="1"/>
            <a:r>
              <a:rPr lang="pt-BR" sz="2000" dirty="0"/>
              <a:t>Tudo o que for comum as nossas páginas devem ficar nesse arquivo</a:t>
            </a:r>
          </a:p>
          <a:p>
            <a:pPr lvl="1"/>
            <a:r>
              <a:rPr lang="pt-BR" sz="2000" dirty="0"/>
              <a:t>Cabeçalhos, </a:t>
            </a:r>
            <a:r>
              <a:rPr lang="pt-BR" sz="2000" dirty="0" err="1"/>
              <a:t>Rodapes</a:t>
            </a:r>
            <a:r>
              <a:rPr lang="pt-BR" sz="2000" dirty="0"/>
              <a:t>, menus</a:t>
            </a:r>
          </a:p>
          <a:p>
            <a:r>
              <a:rPr lang="pt-BR" sz="2400" dirty="0"/>
              <a:t>O </a:t>
            </a:r>
            <a:r>
              <a:rPr lang="pt-BR" sz="2400" dirty="0" err="1"/>
              <a:t>aruivo</a:t>
            </a:r>
            <a:r>
              <a:rPr lang="pt-BR" sz="2400" dirty="0"/>
              <a:t> styles.css e o arquivo de estilo global do projeto</a:t>
            </a:r>
          </a:p>
          <a:p>
            <a:r>
              <a:rPr lang="pt-BR" sz="2400" dirty="0"/>
              <a:t>A pasta app vai conter os componentes do angular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CE2432B-2190-4A32-B37E-4F83E3614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456" y="189826"/>
            <a:ext cx="3323224" cy="647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086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831ED-994D-4CEC-B315-798025218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novo projeto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3369CEE-38F5-40F6-99F0-9CFFC4BB5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Podemos organizar os nosso projeto inicial da seguinte forma</a:t>
            </a:r>
          </a:p>
        </p:txBody>
      </p:sp>
      <p:pic>
        <p:nvPicPr>
          <p:cNvPr id="6" name="Espaço Reservado para Conteúdo 3">
            <a:extLst>
              <a:ext uri="{FF2B5EF4-FFF2-40B4-BE49-F238E27FC236}">
                <a16:creationId xmlns:a16="http://schemas.microsoft.com/office/drawing/2014/main" id="{6DCEF5FE-8A3C-4369-A69C-C72E5EA13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8" y="2472531"/>
            <a:ext cx="4857750" cy="305752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F9518B9-2D11-4BA0-B4AC-9509331CC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950" y="2472531"/>
            <a:ext cx="59817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7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B7B72-B324-44DD-B3D6-4D1A1C24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</a:t>
            </a:r>
            <a:r>
              <a:rPr lang="pt-BR" dirty="0" err="1"/>
              <a:t>component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8E7A85-1F9C-43D9-9163-AEAB7FBD7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>
                <a:highlight>
                  <a:srgbClr val="FFFF00"/>
                </a:highlight>
              </a:rPr>
              <a:t>Ng</a:t>
            </a:r>
            <a:r>
              <a:rPr lang="pt-BR" dirty="0">
                <a:highlight>
                  <a:srgbClr val="FFFF00"/>
                </a:highlight>
              </a:rPr>
              <a:t> g c cliente</a:t>
            </a:r>
          </a:p>
          <a:p>
            <a:pPr lvl="1"/>
            <a:r>
              <a:rPr lang="pt-BR" dirty="0"/>
              <a:t>Nesse exemplo o nome do componente e cliente </a:t>
            </a:r>
          </a:p>
          <a:p>
            <a:pPr lvl="1"/>
            <a:r>
              <a:rPr lang="pt-BR" dirty="0"/>
              <a:t>Um </a:t>
            </a:r>
            <a:r>
              <a:rPr lang="pt-BR" dirty="0" err="1"/>
              <a:t>component</a:t>
            </a:r>
            <a:r>
              <a:rPr lang="pt-BR" dirty="0"/>
              <a:t> pode ser entendido como uma página ou um modulo que pode ser reproduzido e repetido em diversos lugares do projeto</a:t>
            </a:r>
          </a:p>
          <a:p>
            <a:pPr lvl="1"/>
            <a:r>
              <a:rPr lang="pt-BR" dirty="0"/>
              <a:t>Será criado uma pasta e 4 arquivos</a:t>
            </a:r>
          </a:p>
          <a:p>
            <a:pPr lvl="1"/>
            <a:r>
              <a:rPr lang="pt-BR" dirty="0"/>
              <a:t>O  .</a:t>
            </a:r>
            <a:r>
              <a:rPr lang="pt-BR" dirty="0" err="1"/>
              <a:t>html</a:t>
            </a:r>
            <a:r>
              <a:rPr lang="pt-BR" dirty="0"/>
              <a:t> é a visualização </a:t>
            </a:r>
          </a:p>
          <a:p>
            <a:pPr lvl="1"/>
            <a:r>
              <a:rPr lang="pt-BR" dirty="0"/>
              <a:t>O .</a:t>
            </a:r>
            <a:r>
              <a:rPr lang="pt-BR" dirty="0" err="1"/>
              <a:t>css</a:t>
            </a:r>
            <a:r>
              <a:rPr lang="pt-BR" dirty="0"/>
              <a:t> é a folha de estilo personalizada</a:t>
            </a:r>
          </a:p>
          <a:p>
            <a:pPr lvl="1"/>
            <a:r>
              <a:rPr lang="pt-BR" dirty="0"/>
              <a:t>O .</a:t>
            </a:r>
            <a:r>
              <a:rPr lang="pt-BR" dirty="0" err="1"/>
              <a:t>ts</a:t>
            </a:r>
            <a:r>
              <a:rPr lang="pt-BR" dirty="0"/>
              <a:t> é o </a:t>
            </a:r>
            <a:r>
              <a:rPr lang="pt-BR" dirty="0" err="1"/>
              <a:t>controller</a:t>
            </a:r>
            <a:r>
              <a:rPr lang="pt-BR" dirty="0"/>
              <a:t> onde implementaremos as funções</a:t>
            </a:r>
          </a:p>
          <a:p>
            <a:pPr lvl="1"/>
            <a:r>
              <a:rPr lang="pt-BR" dirty="0"/>
              <a:t>O .</a:t>
            </a:r>
            <a:r>
              <a:rPr lang="pt-BR" dirty="0" err="1"/>
              <a:t>spec.ts</a:t>
            </a:r>
            <a:r>
              <a:rPr lang="pt-BR" dirty="0"/>
              <a:t> e uma arquivo de testes</a:t>
            </a:r>
          </a:p>
          <a:p>
            <a:pPr lvl="1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FB28623-7FCE-428F-8FE2-DB32532CF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773" y="5008422"/>
            <a:ext cx="5635336" cy="163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74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78389-3B5A-426B-98AB-0DAB05611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</a:t>
            </a:r>
            <a:r>
              <a:rPr lang="pt-BR" dirty="0" err="1"/>
              <a:t>model</a:t>
            </a:r>
            <a:r>
              <a:rPr lang="pt-BR" dirty="0"/>
              <a:t> para o </a:t>
            </a:r>
            <a:r>
              <a:rPr lang="pt-BR" dirty="0" err="1"/>
              <a:t>component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DA1BDE-EB90-408D-862A-3D169613F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>
                <a:highlight>
                  <a:srgbClr val="FFFF00"/>
                </a:highlight>
              </a:rPr>
              <a:t>ng</a:t>
            </a:r>
            <a:r>
              <a:rPr lang="pt-BR" dirty="0">
                <a:highlight>
                  <a:srgbClr val="FFFF00"/>
                </a:highlight>
              </a:rPr>
              <a:t> g </a:t>
            </a:r>
            <a:r>
              <a:rPr lang="pt-BR" dirty="0" err="1">
                <a:highlight>
                  <a:srgbClr val="FFFF00"/>
                </a:highlight>
              </a:rPr>
              <a:t>class</a:t>
            </a:r>
            <a:r>
              <a:rPr lang="pt-BR" dirty="0">
                <a:highlight>
                  <a:srgbClr val="FFFF00"/>
                </a:highlight>
              </a:rPr>
              <a:t> cliente/cliente --</a:t>
            </a:r>
            <a:r>
              <a:rPr lang="pt-BR" dirty="0" err="1">
                <a:highlight>
                  <a:srgbClr val="FFFF00"/>
                </a:highlight>
              </a:rPr>
              <a:t>type</a:t>
            </a:r>
            <a:r>
              <a:rPr lang="pt-BR" dirty="0">
                <a:highlight>
                  <a:srgbClr val="FFFF00"/>
                </a:highlight>
              </a:rPr>
              <a:t>=</a:t>
            </a:r>
            <a:r>
              <a:rPr lang="pt-BR" dirty="0" err="1">
                <a:highlight>
                  <a:srgbClr val="FFFF00"/>
                </a:highlight>
              </a:rPr>
              <a:t>model</a:t>
            </a:r>
            <a:endParaRPr lang="pt-BR" dirty="0">
              <a:highlight>
                <a:srgbClr val="FFFF00"/>
              </a:highlight>
            </a:endParaRPr>
          </a:p>
          <a:p>
            <a:pPr lvl="1"/>
            <a:r>
              <a:rPr lang="pt-BR" dirty="0"/>
              <a:t>Uma classe do tipo </a:t>
            </a:r>
            <a:r>
              <a:rPr lang="pt-BR" dirty="0" err="1"/>
              <a:t>model</a:t>
            </a:r>
            <a:r>
              <a:rPr lang="pt-BR" dirty="0"/>
              <a:t> e uma classe de troca de dados entre as diversas camadas do projeto.</a:t>
            </a:r>
          </a:p>
          <a:p>
            <a:pPr lvl="1"/>
            <a:r>
              <a:rPr lang="pt-BR" dirty="0"/>
              <a:t>Essa classe só contem os atributos e o método construtor</a:t>
            </a:r>
          </a:p>
          <a:p>
            <a:pPr lvl="1"/>
            <a:r>
              <a:rPr lang="pt-BR" dirty="0"/>
              <a:t>Será muito importante na integração com o </a:t>
            </a:r>
            <a:r>
              <a:rPr lang="pt-BR" dirty="0" err="1"/>
              <a:t>backend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B527A2D-63B3-46F9-9742-745A55A72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775" y="4455102"/>
            <a:ext cx="74104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2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DE828-12FF-434B-AD5A-9F1F8F93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uma rota para o </a:t>
            </a:r>
            <a:r>
              <a:rPr lang="pt-BR" dirty="0" err="1"/>
              <a:t>component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DB4844-9839-4F1F-BE3D-D1BCCF62D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rota e um endereço personalizado para acessarmos o nosso componente pela </a:t>
            </a:r>
            <a:r>
              <a:rPr lang="pt-BR" dirty="0" err="1"/>
              <a:t>url</a:t>
            </a:r>
            <a:r>
              <a:rPr lang="pt-BR" dirty="0"/>
              <a:t>.</a:t>
            </a:r>
          </a:p>
          <a:p>
            <a:r>
              <a:rPr lang="pt-BR" dirty="0"/>
              <a:t>Vamos acessar o arquivo: </a:t>
            </a:r>
            <a:r>
              <a:rPr lang="pt-BR" dirty="0" err="1">
                <a:highlight>
                  <a:srgbClr val="FFFF00"/>
                </a:highlight>
              </a:rPr>
              <a:t>src</a:t>
            </a:r>
            <a:r>
              <a:rPr lang="pt-BR" dirty="0">
                <a:highlight>
                  <a:srgbClr val="FFFF00"/>
                </a:highlight>
              </a:rPr>
              <a:t>/app/app-</a:t>
            </a:r>
            <a:r>
              <a:rPr lang="pt-BR" dirty="0" err="1">
                <a:highlight>
                  <a:srgbClr val="FFFF00"/>
                </a:highlight>
              </a:rPr>
              <a:t>routing.module.ts</a:t>
            </a:r>
            <a:endParaRPr lang="pt-BR" dirty="0">
              <a:highlight>
                <a:srgbClr val="FFFF00"/>
              </a:highlight>
            </a:endParaRPr>
          </a:p>
          <a:p>
            <a:endParaRPr lang="pt-BR" dirty="0">
              <a:highlight>
                <a:srgbClr val="FFFF00"/>
              </a:highlight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72CE78-A1F9-48B5-AE7A-9014F4F55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489" y="3429000"/>
            <a:ext cx="866775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65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7F91A-1573-4D36-AA15-0DBD5D5B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Compilando e executando 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52AC99-775D-4B32-8920-8763FFA3B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9943" cy="4351338"/>
          </a:xfrm>
        </p:spPr>
        <p:txBody>
          <a:bodyPr>
            <a:normAutofit/>
          </a:bodyPr>
          <a:lstStyle/>
          <a:p>
            <a:r>
              <a:rPr lang="pt-BR" dirty="0" err="1">
                <a:highlight>
                  <a:srgbClr val="FFFF00"/>
                </a:highlight>
              </a:rPr>
              <a:t>ng</a:t>
            </a:r>
            <a:r>
              <a:rPr lang="pt-BR" dirty="0">
                <a:highlight>
                  <a:srgbClr val="FFFF00"/>
                </a:highlight>
              </a:rPr>
              <a:t> serve</a:t>
            </a:r>
          </a:p>
          <a:p>
            <a:pPr lvl="1"/>
            <a:r>
              <a:rPr lang="pt-BR" dirty="0"/>
              <a:t>Verifique se </a:t>
            </a:r>
            <a:r>
              <a:rPr lang="pt-BR" dirty="0" err="1"/>
              <a:t>vc</a:t>
            </a:r>
            <a:r>
              <a:rPr lang="pt-BR" dirty="0"/>
              <a:t> esta na pasta ondem ficam os arquivos de configuração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457200" lvl="1" indent="0">
              <a:buNone/>
            </a:pPr>
            <a:endParaRPr lang="pt-BR" dirty="0"/>
          </a:p>
          <a:p>
            <a:pPr lvl="1"/>
            <a:r>
              <a:rPr lang="pt-BR" dirty="0"/>
              <a:t>Se não houver erros será apresentada a mensagem: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Acesse qualquer navegador o endereço: localhost:4200</a:t>
            </a:r>
          </a:p>
          <a:p>
            <a:pPr lvl="1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927163E-C2A1-49E5-A1B0-25599F79C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143" y="1441306"/>
            <a:ext cx="5301529" cy="20989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8BE475B-A54F-4E86-A650-8A5446B02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143" y="4366780"/>
            <a:ext cx="5410200" cy="15049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43865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7F91A-1573-4D36-AA15-0DBD5D5B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Compilando e executando o projeto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9598EED1-F3EF-490C-992D-372A40F00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12671"/>
            <a:ext cx="5419725" cy="3314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63C0436-4435-4100-BB85-6E9351048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135" y="2369127"/>
            <a:ext cx="508635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4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95FC2-7EBA-467B-9084-E06F8477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Implementado a classe </a:t>
            </a:r>
            <a:r>
              <a:rPr lang="pt-BR" dirty="0" err="1"/>
              <a:t>model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EE4D3A-FF2A-400B-9265-92D23EE1D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 classe </a:t>
            </a:r>
            <a:r>
              <a:rPr lang="pt-BR" dirty="0" err="1"/>
              <a:t>model</a:t>
            </a:r>
            <a:r>
              <a:rPr lang="pt-BR" dirty="0"/>
              <a:t> vamos adicionar somente os atributos e o método construtor </a:t>
            </a:r>
            <a:r>
              <a:rPr lang="pt-BR" dirty="0" err="1">
                <a:highlight>
                  <a:srgbClr val="FFFF00"/>
                </a:highlight>
              </a:rPr>
              <a:t>src</a:t>
            </a:r>
            <a:r>
              <a:rPr lang="pt-BR" dirty="0">
                <a:highlight>
                  <a:srgbClr val="FFFF00"/>
                </a:highlight>
              </a:rPr>
              <a:t>/app/cliente/</a:t>
            </a:r>
            <a:r>
              <a:rPr lang="pt-BR" dirty="0" err="1">
                <a:highlight>
                  <a:srgbClr val="FFFF00"/>
                </a:highlight>
              </a:rPr>
              <a:t>cliente.model.ts</a:t>
            </a:r>
            <a:r>
              <a:rPr lang="pt-BR" dirty="0"/>
              <a:t> 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0370766-74D6-4A73-9C1A-302419DB4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496" y="2927639"/>
            <a:ext cx="6143625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06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B2147-1DFC-49D9-976F-F9E695CE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Trabalhando com o </a:t>
            </a:r>
            <a:r>
              <a:rPr lang="pt-BR" dirty="0" err="1"/>
              <a:t>component.ts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E24808-76FD-43FC-808F-C1E792CB6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91"/>
            <a:ext cx="3498273" cy="4680672"/>
          </a:xfrm>
        </p:spPr>
        <p:txBody>
          <a:bodyPr>
            <a:normAutofit/>
          </a:bodyPr>
          <a:lstStyle/>
          <a:p>
            <a:r>
              <a:rPr lang="pt-BR" dirty="0"/>
              <a:t>A classe </a:t>
            </a:r>
            <a:r>
              <a:rPr lang="pt-BR" dirty="0" err="1"/>
              <a:t>component.ts</a:t>
            </a:r>
            <a:r>
              <a:rPr lang="pt-BR" dirty="0"/>
              <a:t> e a </a:t>
            </a:r>
            <a:r>
              <a:rPr lang="pt-BR" dirty="0" err="1"/>
              <a:t>controller</a:t>
            </a:r>
            <a:r>
              <a:rPr lang="pt-BR" dirty="0"/>
              <a:t> do </a:t>
            </a:r>
            <a:r>
              <a:rPr lang="pt-BR" dirty="0" err="1"/>
              <a:t>component</a:t>
            </a:r>
            <a:r>
              <a:rPr lang="pt-BR" dirty="0"/>
              <a:t> nela vamos encontrar os atributos e métodos implementados em  </a:t>
            </a:r>
            <a:r>
              <a:rPr lang="pt-BR" dirty="0" err="1"/>
              <a:t>type</a:t>
            </a:r>
            <a:r>
              <a:rPr lang="pt-BR" dirty="0"/>
              <a:t> script (</a:t>
            </a:r>
            <a:r>
              <a:rPr lang="pt-BR" dirty="0" err="1"/>
              <a:t>Js</a:t>
            </a:r>
            <a:r>
              <a:rPr lang="pt-BR" dirty="0"/>
              <a:t> orientado a objeto).</a:t>
            </a:r>
          </a:p>
          <a:p>
            <a:r>
              <a:rPr lang="pt-BR" dirty="0"/>
              <a:t>Podemos verificar como o HTML e o CSS estão vinculados a essa classe</a:t>
            </a:r>
          </a:p>
          <a:p>
            <a:r>
              <a:rPr lang="pt-BR" dirty="0"/>
              <a:t>Também foi definido uma </a:t>
            </a:r>
            <a:r>
              <a:rPr lang="pt-BR" dirty="0" err="1"/>
              <a:t>tag</a:t>
            </a:r>
            <a:r>
              <a:rPr lang="pt-BR" dirty="0"/>
              <a:t> que pode ser utilizado em qualquer parte do projeto chamado </a:t>
            </a:r>
            <a:r>
              <a:rPr lang="pt-BR" dirty="0">
                <a:highlight>
                  <a:srgbClr val="FFFF00"/>
                </a:highlight>
              </a:rPr>
              <a:t>app-cliente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678B3D-A85C-4735-8247-4412E6F12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198" y="1496291"/>
            <a:ext cx="7153275" cy="34671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688626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B2147-1DFC-49D9-976F-F9E695CE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Trabalhando com o </a:t>
            </a:r>
            <a:r>
              <a:rPr lang="pt-BR" dirty="0" err="1"/>
              <a:t>component.ts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E24808-76FD-43FC-808F-C1E792CB6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91"/>
            <a:ext cx="3498273" cy="4680672"/>
          </a:xfrm>
        </p:spPr>
        <p:txBody>
          <a:bodyPr>
            <a:normAutofit/>
          </a:bodyPr>
          <a:lstStyle/>
          <a:p>
            <a:r>
              <a:rPr lang="pt-BR" dirty="0"/>
              <a:t>Podemos ver a importação da classe </a:t>
            </a:r>
            <a:r>
              <a:rPr lang="pt-BR" dirty="0" err="1"/>
              <a:t>Cliente.Model.ts</a:t>
            </a:r>
            <a:endParaRPr lang="pt-BR" dirty="0"/>
          </a:p>
          <a:p>
            <a:r>
              <a:rPr lang="pt-BR" dirty="0"/>
              <a:t>A criação dos </a:t>
            </a:r>
            <a:r>
              <a:rPr lang="pt-BR" dirty="0" err="1"/>
              <a:t>atributos:mensagem</a:t>
            </a:r>
            <a:r>
              <a:rPr lang="pt-BR" dirty="0"/>
              <a:t> e </a:t>
            </a:r>
            <a:r>
              <a:rPr lang="pt-BR" dirty="0" err="1"/>
              <a:t>obj</a:t>
            </a:r>
            <a:endParaRPr lang="pt-BR" dirty="0"/>
          </a:p>
          <a:p>
            <a:r>
              <a:rPr lang="pt-BR" dirty="0"/>
              <a:t>A criação do método mostrar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F204376-48BD-4DFB-AE1B-199A152B9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567" y="1228726"/>
            <a:ext cx="7953375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25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8B6EE-65FB-48EA-987C-E5AA7E496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Integrando o </a:t>
            </a:r>
            <a:r>
              <a:rPr lang="pt-BR" dirty="0" err="1"/>
              <a:t>component.ts</a:t>
            </a:r>
            <a:r>
              <a:rPr lang="pt-BR" dirty="0"/>
              <a:t> com o </a:t>
            </a:r>
            <a:r>
              <a:rPr lang="pt-BR" dirty="0" err="1"/>
              <a:t>html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B324BF-34FF-475B-BCA9-8B1CEC95C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arquivo </a:t>
            </a:r>
            <a:r>
              <a:rPr lang="pt-BR" dirty="0" err="1"/>
              <a:t>html</a:t>
            </a:r>
            <a:r>
              <a:rPr lang="pt-BR" dirty="0"/>
              <a:t> e a parte visual do seu </a:t>
            </a:r>
            <a:r>
              <a:rPr lang="pt-BR" dirty="0" err="1"/>
              <a:t>component</a:t>
            </a:r>
            <a:r>
              <a:rPr lang="pt-BR" dirty="0"/>
              <a:t> </a:t>
            </a:r>
            <a:r>
              <a:rPr lang="pt-BR" dirty="0" err="1"/>
              <a:t>vc</a:t>
            </a:r>
            <a:r>
              <a:rPr lang="pt-BR" dirty="0"/>
              <a:t> pode usar os atributos e métodos do </a:t>
            </a:r>
            <a:r>
              <a:rPr lang="pt-BR" dirty="0" err="1"/>
              <a:t>component.ts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3FA6226-1EB0-4905-8A3E-5D32344A5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66" y="2628900"/>
            <a:ext cx="7867650" cy="40767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5EB5A6C-589A-45D6-9932-660432476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542" y="2305050"/>
            <a:ext cx="4391025" cy="4552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680220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Letreiro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</TotalTime>
  <Words>494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Facetado</vt:lpstr>
      <vt:lpstr>pweb – Angular 1</vt:lpstr>
      <vt:lpstr>Criando um novo projeto</vt:lpstr>
      <vt:lpstr>Criando um novo projeto</vt:lpstr>
      <vt:lpstr>Criando um novo projeto</vt:lpstr>
      <vt:lpstr>Criando um component</vt:lpstr>
      <vt:lpstr>Criando um model para o component</vt:lpstr>
      <vt:lpstr>Criando uma rota para o component</vt:lpstr>
      <vt:lpstr>Compilando e executando o projeto</vt:lpstr>
      <vt:lpstr>Compilando e executando o projeto</vt:lpstr>
      <vt:lpstr>Implementado a classe model</vt:lpstr>
      <vt:lpstr>Trabalhando com o component.ts</vt:lpstr>
      <vt:lpstr>Trabalhando com o component.ts</vt:lpstr>
      <vt:lpstr>Integrando o component.ts com o html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pweb – Angular 1</dc:title>
  <dc:creator>CLAUDIO ROBERTO CANDIDO</dc:creator>
  <cp:lastModifiedBy>CLAUDIO ROBERTO CANDIDO</cp:lastModifiedBy>
  <cp:revision>28</cp:revision>
  <dcterms:created xsi:type="dcterms:W3CDTF">2023-09-21T21:29:56Z</dcterms:created>
  <dcterms:modified xsi:type="dcterms:W3CDTF">2023-09-21T23:14:26Z</dcterms:modified>
</cp:coreProperties>
</file>