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049B50-F7AE-4794-985C-534E4040A702}" v="6" dt="2023-04-13T12:08:43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480B-2D6A-9669-755C-B51F5B05F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CC123-BAAA-3C89-829E-753D3C5D6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06525-1A7B-F8D8-CFD8-82229B3D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8F99-5EEF-E8E9-59AB-14C6D97C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53097-E78E-58A2-A339-3214B68F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6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99AD-BE4B-EA32-C40A-58AC4D08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D058-08B0-2E6E-B08B-BA016BC50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F875B-9440-F834-9930-31B79542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58B89-E6BE-14A2-AB95-225006DC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A09C9-2833-2E6A-CDD3-F6DED321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1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95C7-E6AB-61A4-270C-20458820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973DE-D66A-A883-8BB1-585C15080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C3D49-777F-60E3-A71D-61153DF8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4687A-211D-6113-7A6D-D2632DFDE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A92E-9C81-468D-0482-7F8D5A17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8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DDFA-F471-E435-50CB-E2E00B8B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67354-A9CF-3BEE-B9E5-4FF6B91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AA14A-DBAF-40D5-76C3-B05A4B214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E3568-B211-5DAB-A6DC-8AE81B1C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576E0-E5B0-CE1F-17D6-C0762825A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07345-78A3-8827-8890-8CB14A43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9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F891-9CC6-EEC4-D1B6-B89858B6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F093F-02EC-BBA7-0666-9533A31CD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F40CC-3644-56F4-AB7F-A49BF203D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582C-C47C-BA61-14CA-206215A7E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9BBE9-FA3D-E62F-CBFA-DAF9221B0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BE70AF-4A9F-6950-223F-F25433EF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D4D4A-F951-7EDE-010B-5F3A5E7D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5E9CA-E212-384D-3310-AE79028D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5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9F41-D08D-3F6A-5268-62AC0030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16030-BDE3-17CC-9D7A-320B2D64F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E980C-6CC2-C2E7-10D5-A77A7D959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94A9C-FB00-867B-B8C0-0C5D75C1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5A075-7A70-7FEC-30A4-CC8525FC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B498F-0306-C5D0-C7C5-68123B5C9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164CA-0B87-A652-3A87-7B7BE6EF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7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5F36-CE5A-D509-8C98-54E324B5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28557-F966-B5F5-8B66-0F5D99BD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F62A4-BF89-E99F-C54A-60FBABF65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51A13-9494-C099-DA16-ABAC326D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A44A2-FAD0-0E1C-7D6A-90265877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DBF11-8595-8166-617E-1DE8A3CF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98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43ED-A435-C712-B0CD-714C2712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2A5DD-777A-1D4A-26DA-382776A2E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168BE-9CDA-4D61-5D13-65EC3FDCD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4A857-01A5-16D7-A24F-F3C13CA5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FD563-4E71-8B64-F362-6D0CBC7A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EB708-7B05-5161-EE30-60CE94C1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10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DCC9-C869-36B9-89EB-18B4DBF0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4E413-E105-DC37-063B-8E8AABAA2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32490-BEB3-F807-3D1E-6ADFCCE7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7ED29-5D97-BDFE-7CE4-1ED3D323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E6B8D-B0EB-63AB-0B2E-350D9699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4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3775A-30D9-8DBD-F728-B7EA76FA4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B5BE1-A14E-7CA4-0FD1-757F14167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7CFC3-BD43-138C-5CEA-C6599A21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4AD11-CB06-6C0B-DF78-00E3DC35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08C0D-2B4F-17F7-8A13-9EF4E9C4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3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7653B7-8923-2D65-2064-FD62A64F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BC3DE-B907-B53B-4EA4-CE15485F6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0DBE0-5921-FB49-CC03-56477A489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29D09-211B-4E32-BA77-1494123DD61A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DC6DA-D344-8A99-D2ED-04C1ADB5C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E8BB0-8AD8-45C5-A2BD-DDFAFCADC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C45F0-F2B5-4274-AB0A-075AE3B0A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49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85C8-E5FF-6C3A-CA6A-8112F139A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9FDC7-9BAA-1BCD-9449-30C079FD5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81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76FA-0E18-207C-0000-C234A1CD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Classe</a:t>
            </a:r>
            <a:r>
              <a:rPr lang="en-US" dirty="0"/>
              <a:t> de </a:t>
            </a:r>
            <a:r>
              <a:rPr lang="en-US" dirty="0" err="1"/>
              <a:t>Serviço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A076D-C23B-B6E1-0D81-849086506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Uma </a:t>
            </a:r>
            <a:r>
              <a:rPr lang="en-US" dirty="0" err="1"/>
              <a:t>classe</a:t>
            </a:r>
            <a:r>
              <a:rPr lang="en-US" dirty="0"/>
              <a:t> de </a:t>
            </a:r>
            <a:r>
              <a:rPr lang="en-US" dirty="0" err="1"/>
              <a:t>serviços</a:t>
            </a:r>
            <a:r>
              <a:rPr lang="en-US" dirty="0"/>
              <a:t> </a:t>
            </a:r>
            <a:r>
              <a:rPr lang="en-US" dirty="0" err="1"/>
              <a:t>guarda</a:t>
            </a:r>
            <a:r>
              <a:rPr lang="en-US" dirty="0"/>
              <a:t> as </a:t>
            </a:r>
            <a:r>
              <a:rPr lang="en-US" dirty="0" err="1"/>
              <a:t>regras</a:t>
            </a:r>
            <a:r>
              <a:rPr lang="en-US" dirty="0"/>
              <a:t> de </a:t>
            </a:r>
            <a:r>
              <a:rPr lang="en-US" dirty="0" err="1"/>
              <a:t>negocios</a:t>
            </a:r>
            <a:r>
              <a:rPr lang="en-US" dirty="0"/>
              <a:t> de um modulo do angular e </a:t>
            </a:r>
            <a:r>
              <a:rPr lang="en-US" dirty="0" err="1"/>
              <a:t>uma</a:t>
            </a:r>
            <a:r>
              <a:rPr lang="en-US" dirty="0"/>
              <a:t> forma de </a:t>
            </a:r>
            <a:r>
              <a:rPr lang="en-US" dirty="0" err="1"/>
              <a:t>organizar</a:t>
            </a:r>
            <a:r>
              <a:rPr lang="en-US" dirty="0"/>
              <a:t> o </a:t>
            </a:r>
            <a:r>
              <a:rPr lang="en-US" dirty="0" err="1"/>
              <a:t>codigo</a:t>
            </a:r>
            <a:r>
              <a:rPr lang="en-US" dirty="0"/>
              <a:t>.</a:t>
            </a:r>
          </a:p>
          <a:p>
            <a:r>
              <a:rPr lang="en-US" dirty="0"/>
              <a:t>Um </a:t>
            </a:r>
            <a:r>
              <a:rPr lang="en-US" dirty="0" err="1"/>
              <a:t>serviço</a:t>
            </a:r>
            <a:r>
              <a:rPr lang="en-US" dirty="0"/>
              <a:t> e </a:t>
            </a:r>
            <a:r>
              <a:rPr lang="en-US" dirty="0" err="1"/>
              <a:t>utilizado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um </a:t>
            </a:r>
            <a:r>
              <a:rPr lang="en-US" dirty="0" err="1"/>
              <a:t>componente</a:t>
            </a:r>
            <a:endParaRPr lang="en-US" dirty="0"/>
          </a:p>
          <a:p>
            <a:r>
              <a:rPr lang="en-US" dirty="0"/>
              <a:t>Para </a:t>
            </a:r>
            <a:r>
              <a:rPr lang="en-US" dirty="0" err="1"/>
              <a:t>criarmos</a:t>
            </a:r>
            <a:r>
              <a:rPr lang="en-US" dirty="0"/>
              <a:t> um novo modo de </a:t>
            </a:r>
            <a:r>
              <a:rPr lang="en-US" dirty="0" err="1"/>
              <a:t>serviços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executar</a:t>
            </a:r>
            <a:r>
              <a:rPr lang="en-US" dirty="0"/>
              <a:t> o commando:</a:t>
            </a:r>
          </a:p>
          <a:p>
            <a:pPr lvl="1"/>
            <a:r>
              <a:rPr lang="en-US" dirty="0"/>
              <a:t>Ng  g service </a:t>
            </a:r>
            <a:r>
              <a:rPr lang="en-US" dirty="0" err="1"/>
              <a:t>categorias</a:t>
            </a:r>
            <a:r>
              <a:rPr lang="en-US" dirty="0"/>
              <a:t>/services/</a:t>
            </a:r>
            <a:r>
              <a:rPr lang="en-US" dirty="0" err="1"/>
              <a:t>categorias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E14DEA8-5DBB-6A05-326E-8A4A605F5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167" y="4183420"/>
            <a:ext cx="9527666" cy="1192798"/>
          </a:xfrm>
          <a:prstGeom prst="rect">
            <a:avLst/>
          </a:prstGeom>
        </p:spPr>
      </p:pic>
      <p:pic>
        <p:nvPicPr>
          <p:cNvPr id="7" name="Picture 6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46B1FA21-040D-89C5-AD08-5D0D980B2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138" y="5376218"/>
            <a:ext cx="5513616" cy="1297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4669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095C-C23D-7B3B-BF94-E60E9C0F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Classe</a:t>
            </a:r>
            <a:r>
              <a:rPr lang="en-US" dirty="0"/>
              <a:t> de </a:t>
            </a:r>
            <a:r>
              <a:rPr lang="en-US" dirty="0" err="1"/>
              <a:t>Serviço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F89C86E-BBA0-E98E-90F3-480DB4693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826" y="1825625"/>
            <a:ext cx="8660347" cy="43513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7650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3981-C0B6-7485-186C-1890555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Classe</a:t>
            </a:r>
            <a:r>
              <a:rPr lang="en-US" dirty="0"/>
              <a:t> de </a:t>
            </a:r>
            <a:r>
              <a:rPr lang="en-US" dirty="0" err="1"/>
              <a:t>Serviço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E90AB-0E43-0A6E-58CA-9B056156D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 chamar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instancia</a:t>
            </a:r>
            <a:r>
              <a:rPr lang="en-US" dirty="0"/>
              <a:t> da </a:t>
            </a:r>
            <a:r>
              <a:rPr lang="en-US" dirty="0" err="1"/>
              <a:t>classe</a:t>
            </a:r>
            <a:r>
              <a:rPr lang="en-US" dirty="0"/>
              <a:t> de </a:t>
            </a:r>
            <a:r>
              <a:rPr lang="en-US" dirty="0" err="1"/>
              <a:t>serviço</a:t>
            </a:r>
            <a:r>
              <a:rPr lang="en-US" dirty="0"/>
              <a:t>, </a:t>
            </a:r>
            <a:r>
              <a:rPr lang="en-US" dirty="0" err="1"/>
              <a:t>fazemos</a:t>
            </a:r>
            <a:r>
              <a:rPr lang="en-US" dirty="0"/>
              <a:t> a </a:t>
            </a:r>
            <a:r>
              <a:rPr lang="en-US" dirty="0" err="1"/>
              <a:t>seguinte</a:t>
            </a:r>
            <a:r>
              <a:rPr lang="en-US" dirty="0"/>
              <a:t> </a:t>
            </a:r>
            <a:r>
              <a:rPr lang="en-US" dirty="0" err="1"/>
              <a:t>alteração</a:t>
            </a:r>
            <a:r>
              <a:rPr lang="en-US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7BF5B-D42F-0444-01E7-1A3BF338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529" y="2506662"/>
            <a:ext cx="7327919" cy="40848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4376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7AEA-69D6-BDEF-CA91-24CE58C0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</a:t>
            </a:r>
            <a:r>
              <a:rPr lang="en-US" dirty="0" err="1"/>
              <a:t>HTTPClient</a:t>
            </a:r>
            <a:r>
              <a:rPr lang="en-US" dirty="0"/>
              <a:t> para </a:t>
            </a:r>
            <a:r>
              <a:rPr lang="en-US" dirty="0" err="1"/>
              <a:t>integração</a:t>
            </a:r>
            <a:r>
              <a:rPr lang="en-US" dirty="0"/>
              <a:t> AJAX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9BBDB5-AC6E-BE88-3D22-B9C865B24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829" y="1690688"/>
            <a:ext cx="7922342" cy="41975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536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7AEA-69D6-BDEF-CA91-24CE58C0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</a:t>
            </a:r>
            <a:r>
              <a:rPr lang="en-US" dirty="0" err="1"/>
              <a:t>HTTPClient</a:t>
            </a:r>
            <a:r>
              <a:rPr lang="en-US" dirty="0"/>
              <a:t> para </a:t>
            </a:r>
            <a:r>
              <a:rPr lang="en-US" dirty="0" err="1"/>
              <a:t>integração</a:t>
            </a:r>
            <a:r>
              <a:rPr lang="en-US" dirty="0"/>
              <a:t> AJAX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02B51-1F97-3169-6721-BC504FA7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6951C4-5DB6-535F-A2CB-C2B6C1ABC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99" y="1457505"/>
            <a:ext cx="5323708" cy="4918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6553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5290-57BE-1B52-7963-728C770E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e RXJS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93C3-EF1D-CE33-08B0-B57107C3C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simularmos</a:t>
            </a:r>
            <a:r>
              <a:rPr lang="en-US" dirty="0"/>
              <a:t> a </a:t>
            </a:r>
            <a:r>
              <a:rPr lang="en-US" dirty="0" err="1"/>
              <a:t>resposta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API REST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criar</a:t>
            </a:r>
            <a:r>
              <a:rPr lang="en-US" dirty="0"/>
              <a:t> um </a:t>
            </a:r>
            <a:r>
              <a:rPr lang="en-US" dirty="0" err="1"/>
              <a:t>arquivo</a:t>
            </a:r>
            <a:r>
              <a:rPr lang="en-US" dirty="0"/>
              <a:t> JSON com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mockados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1FC39-5EAD-E827-9A3B-CFF40FD59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711450"/>
            <a:ext cx="10858500" cy="3781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44720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5290-57BE-1B52-7963-728C770E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e RXJS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93C3-EF1D-CE33-08B0-B57107C3C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Modificando</a:t>
            </a:r>
            <a:r>
              <a:rPr lang="en-US" dirty="0"/>
              <a:t> o services </a:t>
            </a:r>
          </a:p>
          <a:p>
            <a:r>
              <a:rPr lang="en-US" dirty="0"/>
              <a:t>para </a:t>
            </a:r>
            <a:r>
              <a:rPr lang="en-US" dirty="0" err="1"/>
              <a:t>executar</a:t>
            </a:r>
            <a:r>
              <a:rPr lang="en-US" dirty="0"/>
              <a:t> um</a:t>
            </a:r>
          </a:p>
          <a:p>
            <a:r>
              <a:rPr lang="en-US" dirty="0"/>
              <a:t> </a:t>
            </a:r>
            <a:r>
              <a:rPr lang="en-US" dirty="0" err="1"/>
              <a:t>metodo</a:t>
            </a:r>
            <a:r>
              <a:rPr lang="en-US" dirty="0"/>
              <a:t> GET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9A0A4C-F594-A20F-B975-BC33A5014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98" y="1690688"/>
            <a:ext cx="7366088" cy="43513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7264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5290-57BE-1B52-7963-728C770E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e RXJS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93C3-EF1D-CE33-08B0-B57107C3C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86843" cy="4351338"/>
          </a:xfrm>
        </p:spPr>
        <p:txBody>
          <a:bodyPr/>
          <a:lstStyle/>
          <a:p>
            <a:r>
              <a:rPr lang="en-US" dirty="0" err="1"/>
              <a:t>Modificando</a:t>
            </a:r>
            <a:r>
              <a:rPr lang="en-US" dirty="0"/>
              <a:t> o </a:t>
            </a:r>
          </a:p>
          <a:p>
            <a:pPr marL="0" indent="0">
              <a:buNone/>
            </a:pPr>
            <a:r>
              <a:rPr lang="en-US" dirty="0"/>
              <a:t>Component para </a:t>
            </a:r>
            <a:r>
              <a:rPr lang="en-US" dirty="0" err="1"/>
              <a:t>receber</a:t>
            </a:r>
            <a:r>
              <a:rPr lang="en-US" dirty="0"/>
              <a:t> um observable </a:t>
            </a:r>
            <a:r>
              <a:rPr lang="en-US" dirty="0" err="1"/>
              <a:t>tipado</a:t>
            </a:r>
            <a:r>
              <a:rPr lang="en-US" dirty="0"/>
              <a:t> de </a:t>
            </a:r>
            <a:r>
              <a:rPr lang="en-US" dirty="0" err="1"/>
              <a:t>Categorias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D276C-20A9-456E-7A95-5E6EBAFD3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789" y="1339457"/>
            <a:ext cx="7378593" cy="51534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1065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5290-57BE-1B52-7963-728C770E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e RXJS</a:t>
            </a:r>
          </a:p>
        </p:txBody>
      </p:sp>
      <p:pic>
        <p:nvPicPr>
          <p:cNvPr id="8" name="Content Placeholder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191EEC3-6F86-0953-E44D-6954AD335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060" y="1517915"/>
            <a:ext cx="6713880" cy="43324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488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E442-862E-D812-8B98-0E7D6C8A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Tratamento</a:t>
            </a:r>
            <a:r>
              <a:rPr lang="en-US" dirty="0"/>
              <a:t> de </a:t>
            </a:r>
            <a:r>
              <a:rPr lang="en-US" dirty="0" err="1"/>
              <a:t>erros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85A96-423E-C6FE-D265-70E7A4C21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50129" cy="4351338"/>
          </a:xfrm>
        </p:spPr>
        <p:txBody>
          <a:bodyPr/>
          <a:lstStyle/>
          <a:p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houver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interrupção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metodos</a:t>
            </a:r>
            <a:r>
              <a:rPr lang="en-US" dirty="0"/>
              <a:t> das classes de </a:t>
            </a:r>
            <a:r>
              <a:rPr lang="en-US" dirty="0" err="1"/>
              <a:t>serviço</a:t>
            </a:r>
            <a:r>
              <a:rPr lang="en-US" dirty="0"/>
              <a:t> Podemos tartar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erros</a:t>
            </a:r>
            <a:r>
              <a:rPr lang="en-US" dirty="0"/>
              <a:t> </a:t>
            </a:r>
            <a:r>
              <a:rPr lang="en-US" dirty="0" err="1"/>
              <a:t>enviando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mensagem</a:t>
            </a:r>
            <a:r>
              <a:rPr lang="en-US" dirty="0"/>
              <a:t> </a:t>
            </a:r>
            <a:r>
              <a:rPr lang="en-US" dirty="0" err="1"/>
              <a:t>amigavel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cliente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A5DBC0-D351-ECC4-00B9-C94A69E4A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837" y="1448480"/>
            <a:ext cx="7145111" cy="35910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BF52E6-4839-C2E7-4D6B-EF94AFFE7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48" y="5403265"/>
            <a:ext cx="11201400" cy="9086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8639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76da46-424b-4382-8e44-3b094eea734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DCF73886642841BB4267D17132BE72" ma:contentTypeVersion="14" ma:contentTypeDescription="Create a new document." ma:contentTypeScope="" ma:versionID="09f6a2c389eef6230f33a9c5dd80b75a">
  <xsd:schema xmlns:xsd="http://www.w3.org/2001/XMLSchema" xmlns:xs="http://www.w3.org/2001/XMLSchema" xmlns:p="http://schemas.microsoft.com/office/2006/metadata/properties" xmlns:ns3="bf60c169-f973-48c7-a60a-9223c830d50f" xmlns:ns4="7876da46-424b-4382-8e44-3b094eea7343" targetNamespace="http://schemas.microsoft.com/office/2006/metadata/properties" ma:root="true" ma:fieldsID="2d7aa3093a70c13fa169d2e852f754b5" ns3:_="" ns4:_="">
    <xsd:import namespace="bf60c169-f973-48c7-a60a-9223c830d50f"/>
    <xsd:import namespace="7876da46-424b-4382-8e44-3b094eea7343"/>
    <xsd:element name="properties">
      <xsd:complexType>
        <xsd:sequence>
          <xsd:element name="documentManagement">
            <xsd:complexType>
              <xsd:all>
                <xsd:element ref="ns3:SharedWithDetails" minOccurs="0"/>
                <xsd:element ref="ns3:SharingHintHash" minOccurs="0"/>
                <xsd:element ref="ns3:SharedWithUsers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0c169-f973-48c7-a60a-9223c830d50f" elementFormDefault="qualified">
    <xsd:import namespace="http://schemas.microsoft.com/office/2006/documentManagement/types"/>
    <xsd:import namespace="http://schemas.microsoft.com/office/infopath/2007/PartnerControls"/>
    <xsd:element name="SharedWithDetails" ma:index="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9" nillable="true" ma:displayName="Sharing Hint Hash" ma:hidden="true" ma:internalName="SharingHintHash" ma:readOnly="true">
      <xsd:simpleType>
        <xsd:restriction base="dms:Text"/>
      </xsd:simpleType>
    </xsd:element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6da46-424b-4382-8e44-3b094eea73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565566-D4CF-4469-87DF-5A30032F5340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7876da46-424b-4382-8e44-3b094eea7343"/>
    <ds:schemaRef ds:uri="bf60c169-f973-48c7-a60a-9223c830d50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C342DF5-A64B-4526-B105-A1D8BF5EBD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C11179-689A-416D-A1D6-DB563B5AC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60c169-f973-48c7-a60a-9223c830d50f"/>
    <ds:schemaRef ds:uri="7876da46-424b-4382-8e44-3b094eea73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162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Angular</vt:lpstr>
      <vt:lpstr>Classe de Serviço</vt:lpstr>
      <vt:lpstr>Classe de Serviço</vt:lpstr>
      <vt:lpstr>Classe de Serviço</vt:lpstr>
      <vt:lpstr>Adicionando o HTTPClient para integração AJAX</vt:lpstr>
      <vt:lpstr>Adicionando o HTTPClient para integração AJAX</vt:lpstr>
      <vt:lpstr>Http get e RXJS</vt:lpstr>
      <vt:lpstr>Http get e RXJS</vt:lpstr>
      <vt:lpstr>Http get e RXJS</vt:lpstr>
      <vt:lpstr>Http get e RXJS</vt:lpstr>
      <vt:lpstr>Tratamento de erros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</dc:title>
  <dc:creator>Glaser, Norton Barros</dc:creator>
  <cp:lastModifiedBy>Glaser, Norton Barros</cp:lastModifiedBy>
  <cp:revision>2</cp:revision>
  <dcterms:created xsi:type="dcterms:W3CDTF">2023-04-11T18:19:15Z</dcterms:created>
  <dcterms:modified xsi:type="dcterms:W3CDTF">2023-04-13T19:08:44Z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0x010100D8DCF73886642841BB4267D17132BE72</vt:lpwstr>
  </property>
</Properties>
</file>