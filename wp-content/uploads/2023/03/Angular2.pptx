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93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5383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86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4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733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4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3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02605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tângulo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47058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2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tângulo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26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A20E653-0566-4C9F-9C5E-BD711EE84646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3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hyperlink" Target="https://material.angular.io/components/table/overview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C2E6-38A6-D3DE-634C-3D1DFB8480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913EB-A9E7-8B55-9C5C-0B90C3C2E9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Angular materials</a:t>
            </a:r>
          </a:p>
        </p:txBody>
      </p:sp>
    </p:spTree>
    <p:extLst>
      <p:ext uri="{BB962C8B-B14F-4D97-AF65-F5344CB8AC3E}">
        <p14:creationId xmlns:p14="http://schemas.microsoft.com/office/powerpoint/2010/main" val="3541770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6C50-3354-2D61-06C3-BD8545CF9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</a:t>
            </a:r>
            <a:r>
              <a:rPr lang="en-US" dirty="0" err="1"/>
              <a:t>novos</a:t>
            </a:r>
            <a:r>
              <a:rPr lang="en-US" dirty="0"/>
              <a:t> </a:t>
            </a:r>
            <a:r>
              <a:rPr lang="en-US" dirty="0" err="1"/>
              <a:t>elementos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0047E-6834-B741-629F-C0D1A705BB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dinamica</a:t>
            </a:r>
            <a:r>
              <a:rPr lang="en-US" dirty="0"/>
              <a:t> para </a:t>
            </a:r>
            <a:r>
              <a:rPr lang="en-US" dirty="0" err="1"/>
              <a:t>listar</a:t>
            </a:r>
            <a:r>
              <a:rPr lang="en-US" dirty="0"/>
              <a:t> as </a:t>
            </a:r>
            <a:r>
              <a:rPr lang="en-US" dirty="0" err="1"/>
              <a:t>categorias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o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2"/>
              </a:rPr>
              <a:t>https://material.angular.io/components/table/overview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FE2AB45-684D-9351-9BC9-931F3CF61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69" y="3429000"/>
            <a:ext cx="8365250" cy="144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5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8E0E-D529-BD71-1985-3DBB34771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</a:t>
            </a:r>
            <a:r>
              <a:rPr lang="en-US" dirty="0" err="1"/>
              <a:t>novos</a:t>
            </a:r>
            <a:r>
              <a:rPr lang="en-US" dirty="0"/>
              <a:t> </a:t>
            </a:r>
            <a:r>
              <a:rPr lang="en-US" dirty="0" err="1"/>
              <a:t>elementos</a:t>
            </a:r>
            <a:endParaRPr lang="en-US" dirty="0"/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364A30A-7E1D-CFBE-6E33-457F1639401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70" y="1860469"/>
            <a:ext cx="5886730" cy="1696642"/>
          </a:xfr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03313939-C437-D1D7-F015-6D63AF58B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464" y="1767325"/>
            <a:ext cx="5301357" cy="16055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098655EC-9D2B-245C-41F8-92B7EA8F75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95" y="3403438"/>
            <a:ext cx="5668669" cy="31401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76435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82AC2-7E53-B0A6-9284-7B3665A7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</a:t>
            </a:r>
            <a:r>
              <a:rPr lang="en-US" dirty="0" err="1"/>
              <a:t>novos</a:t>
            </a:r>
            <a:r>
              <a:rPr lang="en-US" dirty="0"/>
              <a:t> </a:t>
            </a:r>
            <a:r>
              <a:rPr lang="en-US" dirty="0" err="1"/>
              <a:t>elementos</a:t>
            </a:r>
            <a:endParaRPr lang="en-US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6CF79DDC-EE9C-8E5A-BFAC-BDAE842F719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1797036"/>
            <a:ext cx="3271285" cy="990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5681B35F-1B78-51A3-E2EE-8C959A663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552" y="1695436"/>
            <a:ext cx="7314601" cy="41084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970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A35B-1F7F-04FA-DC72-ECEB36F3B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o Data Source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6743A8-E286-D8F2-90C9-2CDE213FB1E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Inicialmente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estrutura</a:t>
            </a:r>
            <a:r>
              <a:rPr lang="en-US" dirty="0"/>
              <a:t> de dados do </a:t>
            </a:r>
            <a:r>
              <a:rPr lang="en-US" dirty="0" err="1"/>
              <a:t>tipo</a:t>
            </a:r>
            <a:r>
              <a:rPr lang="en-US" dirty="0"/>
              <a:t> </a:t>
            </a:r>
            <a:r>
              <a:rPr lang="en-US" dirty="0" err="1"/>
              <a:t>Categoria</a:t>
            </a:r>
            <a:endParaRPr lang="en-US" dirty="0"/>
          </a:p>
          <a:p>
            <a:pPr lvl="1"/>
            <a:r>
              <a:rPr lang="en-US" dirty="0"/>
              <a:t>Podemos </a:t>
            </a:r>
            <a:r>
              <a:rPr lang="en-US" dirty="0" err="1"/>
              <a:t>criar</a:t>
            </a:r>
            <a:r>
              <a:rPr lang="en-US" dirty="0"/>
              <a:t> um </a:t>
            </a:r>
            <a:r>
              <a:rPr lang="en-US" dirty="0" err="1"/>
              <a:t>subdiretorio</a:t>
            </a:r>
            <a:r>
              <a:rPr lang="en-US" dirty="0"/>
              <a:t> para </a:t>
            </a:r>
            <a:r>
              <a:rPr lang="en-US" dirty="0" err="1"/>
              <a:t>organizar</a:t>
            </a:r>
            <a:r>
              <a:rPr lang="en-US" dirty="0"/>
              <a:t> </a:t>
            </a:r>
            <a:r>
              <a:rPr lang="en-US" dirty="0" err="1"/>
              <a:t>esses</a:t>
            </a:r>
            <a:r>
              <a:rPr lang="en-US" dirty="0"/>
              <a:t> dados</a:t>
            </a:r>
          </a:p>
          <a:p>
            <a:pPr lvl="1"/>
            <a:r>
              <a:rPr lang="en-US" dirty="0"/>
              <a:t>ng g interface </a:t>
            </a:r>
            <a:r>
              <a:rPr lang="en-US" dirty="0" err="1"/>
              <a:t>categorias</a:t>
            </a:r>
            <a:r>
              <a:rPr lang="en-US" dirty="0"/>
              <a:t>/model/</a:t>
            </a:r>
            <a:r>
              <a:rPr lang="en-US" dirty="0" err="1"/>
              <a:t>categoria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9" name="Picture 8" descr="Text, chat or text message&#10;&#10;Description automatically generated">
            <a:extLst>
              <a:ext uri="{FF2B5EF4-FFF2-40B4-BE49-F238E27FC236}">
                <a16:creationId xmlns:a16="http://schemas.microsoft.com/office/drawing/2014/main" id="{8BA36CF7-A703-E457-A469-C0EC6AA2B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3429000"/>
            <a:ext cx="2560658" cy="22130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541F846-F64D-FBA3-44D6-2EF03FD5F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650" y="4054518"/>
            <a:ext cx="3372522" cy="1587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63234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DC70-A41D-0A16-DA8A-0AFF2325E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o Data Source</a:t>
            </a:r>
          </a:p>
        </p:txBody>
      </p:sp>
      <p:pic>
        <p:nvPicPr>
          <p:cNvPr id="12" name="Content Placeholder 11" descr="A screenshot of a computer&#10;&#10;Description automatically generated">
            <a:extLst>
              <a:ext uri="{FF2B5EF4-FFF2-40B4-BE49-F238E27FC236}">
                <a16:creationId xmlns:a16="http://schemas.microsoft.com/office/drawing/2014/main" id="{FEBCFDAD-8736-1898-06C8-79F7B8F6AE3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1720780"/>
            <a:ext cx="8111236" cy="46568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81028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DC70-A41D-0A16-DA8A-0AFF2325E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o Data Source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38BBE-CBD5-80B6-A2E6-92BF9519E3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rodar</a:t>
            </a:r>
            <a:endParaRPr lang="en-US" dirty="0"/>
          </a:p>
          <a:p>
            <a:pPr lvl="1"/>
            <a:r>
              <a:rPr lang="en-US" dirty="0"/>
              <a:t>Ng serve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28866BA0-1B65-D8AA-C87C-50AD5E186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73" y="2997123"/>
            <a:ext cx="10331981" cy="29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9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27C1-8AC1-B68B-20B7-FD294EFA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outro </a:t>
            </a:r>
            <a:r>
              <a:rPr lang="en-US" dirty="0" err="1"/>
              <a:t>elemento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2C9A9-5708-5634-FF1D-A57A2AE7D4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https://material.angular.io/components/card/api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C009960-A560-25EC-44FA-25327A3C5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965" y="2088999"/>
            <a:ext cx="6159530" cy="476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397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1D45-2A29-C502-9FA9-971CD1A0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Importando</a:t>
            </a:r>
            <a:r>
              <a:rPr lang="en-US" dirty="0"/>
              <a:t> </a:t>
            </a:r>
            <a:r>
              <a:rPr lang="en-US" dirty="0" err="1"/>
              <a:t>api</a:t>
            </a:r>
            <a:endParaRPr lang="en-US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03ABDAFB-C759-9B44-4976-23451A24BFB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1749350"/>
            <a:ext cx="6855211" cy="4016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56335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1D45-2A29-C502-9FA9-971CD1A0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Importando</a:t>
            </a:r>
            <a:r>
              <a:rPr lang="en-US" dirty="0"/>
              <a:t> </a:t>
            </a:r>
            <a:r>
              <a:rPr lang="en-US" dirty="0" err="1"/>
              <a:t>api</a:t>
            </a:r>
            <a:endParaRPr lang="en-US" dirty="0"/>
          </a:p>
        </p:txBody>
      </p:sp>
      <p:pic>
        <p:nvPicPr>
          <p:cNvPr id="7" name="Content Placeholder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264B22BD-F184-0E50-1850-B11D324F506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1720814"/>
            <a:ext cx="4959605" cy="1409772"/>
          </a:xfrm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C52D3B1-CEEA-3835-4259-27C7EC76D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3409915"/>
            <a:ext cx="9080967" cy="346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54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683B6F-1DC0-4815-8775-D31A41FDA130}" vid="{8BCAC7A7-7F5A-4411-9EB9-EC7DF12EA9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2880</TotalTime>
  <Words>101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Tw Cen MT</vt:lpstr>
      <vt:lpstr>Wingdings</vt:lpstr>
      <vt:lpstr>Wingdings 2</vt:lpstr>
      <vt:lpstr>Theme1</vt:lpstr>
      <vt:lpstr>Angular</vt:lpstr>
      <vt:lpstr>Adicionando novos elementos</vt:lpstr>
      <vt:lpstr>Adicionando novos elementos</vt:lpstr>
      <vt:lpstr>Adicionando novos elementos</vt:lpstr>
      <vt:lpstr>Criando o Data Source</vt:lpstr>
      <vt:lpstr>Criando o Data Source</vt:lpstr>
      <vt:lpstr>Criando o Data Source</vt:lpstr>
      <vt:lpstr>Adicionando outro elemento</vt:lpstr>
      <vt:lpstr>Importando api</vt:lpstr>
      <vt:lpstr>Importando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</dc:title>
  <dc:creator>Glaser, Norton Barros</dc:creator>
  <cp:lastModifiedBy>Glaser, Norton Barros</cp:lastModifiedBy>
  <cp:revision>45</cp:revision>
  <dcterms:created xsi:type="dcterms:W3CDTF">2023-03-22T22:28:09Z</dcterms:created>
  <dcterms:modified xsi:type="dcterms:W3CDTF">2023-03-31T19:49:54Z</dcterms:modified>
</cp:coreProperties>
</file>