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8" r:id="rId3"/>
    <p:sldId id="263" r:id="rId4"/>
    <p:sldId id="257" r:id="rId5"/>
    <p:sldId id="267" r:id="rId6"/>
    <p:sldId id="260" r:id="rId7"/>
    <p:sldId id="262" r:id="rId8"/>
    <p:sldId id="261" r:id="rId9"/>
    <p:sldId id="265" r:id="rId10"/>
    <p:sldId id="264" r:id="rId11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7183" autoAdjust="0"/>
    <p:restoredTop sz="94660"/>
  </p:normalViewPr>
  <p:slideViewPr>
    <p:cSldViewPr>
      <p:cViewPr varScale="1">
        <p:scale>
          <a:sx n="69" d="100"/>
          <a:sy n="69" d="100"/>
        </p:scale>
        <p:origin x="-510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tângulo 4"/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tângulo 5"/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pt-BR" smtClean="0"/>
              <a:t>Clique para editar o estilo do subtítulo mestre</a:t>
            </a:r>
            <a:endParaRPr lang="en-US"/>
          </a:p>
        </p:txBody>
      </p:sp>
      <p:sp>
        <p:nvSpPr>
          <p:cNvPr id="7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2000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AB063A91-B5CF-4C53-9E3F-837D44F4F90F}" type="datetimeFigureOut">
              <a:rPr lang="pt-BR"/>
              <a:pPr>
                <a:defRPr/>
              </a:pPr>
              <a:t>29/7/2014</a:t>
            </a:fld>
            <a:endParaRPr lang="pt-BR"/>
          </a:p>
        </p:txBody>
      </p:sp>
      <p:sp>
        <p:nvSpPr>
          <p:cNvPr id="10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1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5CC1887C-E9BD-45FB-8D4D-B8314BF18F8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BFC646-1EA2-475B-84EA-D9B32027775B}" type="datetimeFigureOut">
              <a:rPr lang="pt-BR"/>
              <a:pPr>
                <a:defRPr/>
              </a:pPr>
              <a:t>29/7/2014</a:t>
            </a:fld>
            <a:endParaRPr lang="pt-BR"/>
          </a:p>
        </p:txBody>
      </p:sp>
      <p:sp>
        <p:nvSpPr>
          <p:cNvPr id="5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9C8B9-F6D5-4956-BC89-0D0E7494E96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tângulo 4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tângulo 5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7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EB816F-8F17-40CA-B05E-43F8F5C26147}" type="datetimeFigureOut">
              <a:rPr lang="pt-BR"/>
              <a:pPr>
                <a:defRPr/>
              </a:pPr>
              <a:t>29/7/2014</a:t>
            </a:fld>
            <a:endParaRPr lang="pt-BR"/>
          </a:p>
        </p:txBody>
      </p:sp>
      <p:sp>
        <p:nvSpPr>
          <p:cNvPr id="8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>
              <a:defRPr sz="2400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D7C88E6A-9598-4995-A472-35D34ADFD0F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9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Data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35F61D89-E356-46B4-95C5-62FD1C7A4CAA}" type="datetimeFigureOut">
              <a:rPr lang="pt-BR"/>
              <a:pPr>
                <a:defRPr/>
              </a:pPr>
              <a:t>29/7/2014</a:t>
            </a:fld>
            <a:endParaRPr lang="pt-BR"/>
          </a:p>
        </p:txBody>
      </p:sp>
      <p:sp>
        <p:nvSpPr>
          <p:cNvPr id="6" name="Espaço Reservado para Número de Slide 9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9BFEB073-86AE-48EA-9891-39E7B01C5AE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7" name="Espaço Reservado para Rodapé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7" name="Espaço Reservado para Data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1339042A-941B-47CF-854D-C4C0B38B80F1}" type="datetimeFigureOut">
              <a:rPr lang="pt-BR"/>
              <a:pPr>
                <a:defRPr/>
              </a:pPr>
              <a:t>29/7/2014</a:t>
            </a:fld>
            <a:endParaRPr lang="pt-BR"/>
          </a:p>
        </p:txBody>
      </p:sp>
      <p:sp>
        <p:nvSpPr>
          <p:cNvPr id="8" name="Espaço Reservado para Número de Slide 1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A359C38C-5799-438E-914D-DFA28160A44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9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6587A3-4E00-4C40-84BE-EB0CF4E9E9FD}" type="datetimeFigureOut">
              <a:rPr lang="pt-BR"/>
              <a:pPr>
                <a:defRPr/>
              </a:pPr>
              <a:t>29/7/2014</a:t>
            </a:fld>
            <a:endParaRPr lang="pt-BR"/>
          </a:p>
        </p:txBody>
      </p:sp>
      <p:sp>
        <p:nvSpPr>
          <p:cNvPr id="4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720FAC-D918-4798-9635-BEAE5CDFF08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811D3F-A4BF-4D3D-8471-7CF78BC5FA3A}" type="datetimeFigureOut">
              <a:rPr lang="pt-BR"/>
              <a:pPr>
                <a:defRPr/>
              </a:pPr>
              <a:t>29/7/2014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08EB781-BFDE-4F72-A010-60B5D9C472C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96F270-D972-414D-ADC2-F2F8F2B0DFCE}" type="datetimeFigureOut">
              <a:rPr lang="pt-BR"/>
              <a:pPr>
                <a:defRPr/>
              </a:pPr>
              <a:t>29/7/2014</a:t>
            </a:fld>
            <a:endParaRPr lang="pt-BR"/>
          </a:p>
        </p:txBody>
      </p:sp>
      <p:sp>
        <p:nvSpPr>
          <p:cNvPr id="6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267ACD-CA43-4D99-9E0B-7A41C787C97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tângulo 5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tângulo 6"/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tângulo 7"/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pt-BR" noProof="0" smtClean="0"/>
              <a:t>Clique no ícone para adicionar uma imagem</a:t>
            </a:r>
            <a:endParaRPr lang="en-US" noProof="0" dirty="0"/>
          </a:p>
        </p:txBody>
      </p:sp>
      <p:sp>
        <p:nvSpPr>
          <p:cNvPr id="9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46271FA9-472D-4744-A539-2A65E596CF1B}" type="datetimeFigureOut">
              <a:rPr lang="pt-BR"/>
              <a:pPr>
                <a:defRPr/>
              </a:pPr>
              <a:t>29/7/2014</a:t>
            </a:fld>
            <a:endParaRPr lang="pt-BR"/>
          </a:p>
        </p:txBody>
      </p:sp>
      <p:sp>
        <p:nvSpPr>
          <p:cNvPr id="10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 rtlCol="0"/>
          <a:lstStyle>
            <a:lvl1pPr>
              <a:defRPr sz="2800" smtClean="0"/>
            </a:lvl1pPr>
          </a:lstStyle>
          <a:p>
            <a:pPr>
              <a:defRPr/>
            </a:pPr>
            <a:fld id="{15186916-FD3A-4070-988B-9BE02B55496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11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371F71-3C5B-482D-8A26-F2C8A5E50B72}" type="datetimeFigureOut">
              <a:rPr lang="pt-BR"/>
              <a:pPr>
                <a:defRPr/>
              </a:pPr>
              <a:t>29/7/2014</a:t>
            </a:fld>
            <a:endParaRPr lang="pt-BR"/>
          </a:p>
        </p:txBody>
      </p:sp>
      <p:sp>
        <p:nvSpPr>
          <p:cNvPr id="5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DE1AD1-B5E9-4AE7-BEB9-87C58C0C04D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tângulo 4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tângulo 5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7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CA5311-23DA-4911-BF81-8F7A9612E348}" type="datetimeFigureOut">
              <a:rPr lang="pt-BR"/>
              <a:pPr>
                <a:defRPr/>
              </a:pPr>
              <a:t>29/7/2014</a:t>
            </a:fld>
            <a:endParaRPr lang="pt-BR"/>
          </a:p>
        </p:txBody>
      </p:sp>
      <p:sp>
        <p:nvSpPr>
          <p:cNvPr id="8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4CC9B5-DE68-4960-9435-59E995E351E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2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smtClean="0"/>
              <a:t>Clique para editar o estilo do título mestre</a:t>
            </a:r>
            <a:endParaRPr lang="en-US" smtClean="0"/>
          </a:p>
        </p:txBody>
      </p:sp>
      <p:sp>
        <p:nvSpPr>
          <p:cNvPr id="1027" name="Espaço Reservado para Texto 12"/>
          <p:cNvSpPr>
            <a:spLocks noGrp="1"/>
          </p:cNvSpPr>
          <p:nvPr>
            <p:ph type="body" idx="1"/>
          </p:nvPr>
        </p:nvSpPr>
        <p:spPr bwMode="auto">
          <a:xfrm>
            <a:off x="612775" y="1600200"/>
            <a:ext cx="8153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smtClean="0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smtClean="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02A453E-EC03-4E84-A487-5189A80A87EB}" type="datetimeFigureOut">
              <a:rPr lang="pt-BR"/>
              <a:pPr>
                <a:defRPr/>
              </a:pPr>
              <a:t>29/7/2014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anchor="ctr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tângulo 7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b="1" smtClean="0">
                <a:solidFill>
                  <a:srgbClr val="FFFF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A680E5A-6BBA-49A1-BE26-10D0A82393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79" r:id="rId2"/>
    <p:sldLayoutId id="2147483684" r:id="rId3"/>
    <p:sldLayoutId id="2147483685" r:id="rId4"/>
    <p:sldLayoutId id="2147483686" r:id="rId5"/>
    <p:sldLayoutId id="2147483680" r:id="rId6"/>
    <p:sldLayoutId id="2147483687" r:id="rId7"/>
    <p:sldLayoutId id="2147483681" r:id="rId8"/>
    <p:sldLayoutId id="2147483688" r:id="rId9"/>
    <p:sldLayoutId id="2147483682" r:id="rId10"/>
    <p:sldLayoutId id="2147483689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9pPr>
    </p:titleStyle>
    <p:bodyStyle>
      <a:lvl1pPr marL="319088" indent="-319088" algn="l" rtl="0" fontAlgn="base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fontAlgn="base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fontAlgn="base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fontAlgn="base">
        <a:spcBef>
          <a:spcPts val="400"/>
        </a:spcBef>
        <a:spcAft>
          <a:spcPct val="0"/>
        </a:spcAft>
        <a:buClr>
          <a:srgbClr val="1B587C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fontAlgn="base">
        <a:spcBef>
          <a:spcPts val="400"/>
        </a:spcBef>
        <a:spcAft>
          <a:spcPct val="0"/>
        </a:spcAft>
        <a:buClr>
          <a:srgbClr val="4E8542"/>
        </a:buClr>
        <a:buSzPct val="6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/>
              <a:t>Ferramentas de Desenvolvimento </a:t>
            </a:r>
            <a:r>
              <a:rPr lang="pt-BR" dirty="0" smtClean="0"/>
              <a:t>WEB</a:t>
            </a:r>
            <a:endParaRPr lang="pt-BR" dirty="0"/>
          </a:p>
        </p:txBody>
      </p:sp>
      <p:sp>
        <p:nvSpPr>
          <p:cNvPr id="9219" name="Subtítulo 2"/>
          <p:cNvSpPr>
            <a:spLocks noGrp="1"/>
          </p:cNvSpPr>
          <p:nvPr>
            <p:ph type="subTitle" idx="1"/>
          </p:nvPr>
        </p:nvSpPr>
        <p:spPr>
          <a:xfrm>
            <a:off x="2362200" y="6049963"/>
            <a:ext cx="6705600" cy="685800"/>
          </a:xfrm>
        </p:spPr>
        <p:txBody>
          <a:bodyPr/>
          <a:lstStyle/>
          <a:p>
            <a:r>
              <a:rPr lang="pt-BR" smtClean="0"/>
              <a:t>Introdução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O que é ?</a:t>
            </a:r>
          </a:p>
        </p:txBody>
      </p:sp>
      <p:sp>
        <p:nvSpPr>
          <p:cNvPr id="1024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pt-BR" smtClean="0"/>
              <a:t>Aplicações ou sistemas baseado em WEB são sistemas dos mais variados tipos e finalidades que utilizam navegadores para realizarem requisições a servidores de aplicação que armazenam algoritmos.</a:t>
            </a:r>
          </a:p>
          <a:p>
            <a:endParaRPr lang="pt-B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Motivações </a:t>
            </a:r>
          </a:p>
        </p:txBody>
      </p:sp>
      <p:sp>
        <p:nvSpPr>
          <p:cNvPr id="11267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pt-BR" smtClean="0"/>
              <a:t>Disponibilidade</a:t>
            </a:r>
          </a:p>
          <a:p>
            <a:r>
              <a:rPr lang="pt-BR" smtClean="0"/>
              <a:t>Portabilidade</a:t>
            </a:r>
          </a:p>
          <a:p>
            <a:r>
              <a:rPr lang="pt-BR" smtClean="0"/>
              <a:t>Segurança</a:t>
            </a:r>
          </a:p>
          <a:p>
            <a:r>
              <a:rPr lang="pt-BR" smtClean="0"/>
              <a:t>Configuração</a:t>
            </a:r>
          </a:p>
          <a:p>
            <a:r>
              <a:rPr lang="pt-BR" smtClean="0"/>
              <a:t>Integração</a:t>
            </a:r>
          </a:p>
          <a:p>
            <a:endParaRPr lang="pt-B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Historia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>
            <a:normAutofit lnSpcReduction="10000"/>
          </a:bodyPr>
          <a:lstStyle/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pt-BR" dirty="0" smtClean="0"/>
              <a:t>A origem da Internet ocorreu na área militar, DARPA agencia militar americana criou um sistema que garantia a integridade da informação caso uma das conexões da rede sofresse um ataque inimigo, pois o tráfego nela poderia ser automaticamente encaminhado para outras conexões. </a:t>
            </a:r>
          </a:p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pt-BR" dirty="0" smtClean="0"/>
              <a:t>Em 1983 a Internet foi liberada para troca de conteúdo entre universidades e em 1989 ela iniciou a sua disponibilização para aplicação comercial.</a:t>
            </a:r>
          </a:p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Historia</a:t>
            </a:r>
          </a:p>
        </p:txBody>
      </p:sp>
      <p:sp>
        <p:nvSpPr>
          <p:cNvPr id="13315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marL="514350" indent="-514350">
              <a:buFont typeface="Tw Cen MT" pitchFamily="34" charset="0"/>
              <a:buAutoNum type="arabicPeriod"/>
            </a:pPr>
            <a:r>
              <a:rPr lang="pt-BR" smtClean="0"/>
              <a:t>Comunicação</a:t>
            </a:r>
          </a:p>
          <a:p>
            <a:pPr marL="514350" indent="-514350">
              <a:buFont typeface="Tw Cen MT" pitchFamily="34" charset="0"/>
              <a:buAutoNum type="arabicPeriod"/>
            </a:pPr>
            <a:r>
              <a:rPr lang="pt-BR" smtClean="0"/>
              <a:t>Conteúdo Estático</a:t>
            </a:r>
          </a:p>
          <a:p>
            <a:pPr marL="514350" indent="-514350">
              <a:buFont typeface="Tw Cen MT" pitchFamily="34" charset="0"/>
              <a:buAutoNum type="arabicPeriod"/>
            </a:pPr>
            <a:r>
              <a:rPr lang="pt-BR" smtClean="0"/>
              <a:t>Conteúdo Dinâmico</a:t>
            </a:r>
          </a:p>
          <a:p>
            <a:pPr marL="514350" indent="-514350">
              <a:buFont typeface="Tw Cen MT" pitchFamily="34" charset="0"/>
              <a:buAutoNum type="arabicPeriod"/>
            </a:pPr>
            <a:r>
              <a:rPr lang="pt-BR" smtClean="0"/>
              <a:t>Serviços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Topologia</a:t>
            </a:r>
          </a:p>
        </p:txBody>
      </p:sp>
      <p:pic>
        <p:nvPicPr>
          <p:cNvPr id="14339" name="Espaço Reservado para Conteúdo 3" descr="arquitetura_web_progweb.jpg"/>
          <p:cNvPicPr>
            <a:picLocks noGrp="1" noChangeAspect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28625" y="1643063"/>
            <a:ext cx="8432800" cy="4783137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Servidor de Aplicação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>
            <a:normAutofit fontScale="92500" lnSpcReduction="20000"/>
          </a:bodyPr>
          <a:lstStyle/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pt-BR" dirty="0" smtClean="0"/>
              <a:t>Servidor de Aplicação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smtClean="0"/>
              <a:t>Armazena as páginas e arquivos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smtClean="0"/>
              <a:t>Cuida da segurança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smtClean="0"/>
              <a:t>Gerencia as conexões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smtClean="0"/>
              <a:t>Configura os sites</a:t>
            </a:r>
          </a:p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pt-BR" dirty="0" smtClean="0"/>
              <a:t>Tipos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smtClean="0"/>
              <a:t>IIS – </a:t>
            </a:r>
            <a:r>
              <a:rPr lang="pt-BR" dirty="0" err="1" smtClean="0"/>
              <a:t>microsoft</a:t>
            </a:r>
            <a:endParaRPr lang="pt-BR" dirty="0" smtClean="0"/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smtClean="0"/>
              <a:t>Apache – GNU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err="1" smtClean="0"/>
              <a:t>Glassfish</a:t>
            </a:r>
            <a:r>
              <a:rPr lang="pt-BR" dirty="0" smtClean="0"/>
              <a:t> - </a:t>
            </a:r>
            <a:r>
              <a:rPr lang="pt-BR" dirty="0" err="1" smtClean="0"/>
              <a:t>sun</a:t>
            </a:r>
            <a:r>
              <a:rPr lang="pt-BR" dirty="0" smtClean="0"/>
              <a:t>/</a:t>
            </a:r>
            <a:r>
              <a:rPr lang="pt-BR" dirty="0" err="1" smtClean="0"/>
              <a:t>oracle</a:t>
            </a:r>
            <a:endParaRPr lang="pt-BR" dirty="0" smtClean="0"/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err="1" smtClean="0"/>
              <a:t>websphere</a:t>
            </a:r>
            <a:r>
              <a:rPr lang="pt-BR" dirty="0" smtClean="0"/>
              <a:t> – </a:t>
            </a:r>
            <a:r>
              <a:rPr lang="pt-BR" dirty="0" err="1" smtClean="0"/>
              <a:t>ibm</a:t>
            </a:r>
            <a:endParaRPr lang="pt-BR" dirty="0" smtClean="0"/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err="1" smtClean="0"/>
              <a:t>JBoss</a:t>
            </a:r>
            <a:r>
              <a:rPr lang="pt-BR" dirty="0" smtClean="0"/>
              <a:t> - GNU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Paginas Estáticas</a:t>
            </a:r>
          </a:p>
        </p:txBody>
      </p:sp>
      <p:sp>
        <p:nvSpPr>
          <p:cNvPr id="16387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pt-BR" smtClean="0"/>
              <a:t>As páginas estáticas tem o objetivo em distribuir conteúdo:</a:t>
            </a:r>
          </a:p>
          <a:p>
            <a:pPr lvl="1"/>
            <a:r>
              <a:rPr lang="pt-BR" smtClean="0"/>
              <a:t>Texto</a:t>
            </a:r>
          </a:p>
          <a:p>
            <a:pPr lvl="1"/>
            <a:r>
              <a:rPr lang="pt-BR" smtClean="0"/>
              <a:t>Vídeo</a:t>
            </a:r>
          </a:p>
          <a:p>
            <a:pPr lvl="1"/>
            <a:r>
              <a:rPr lang="pt-BR" smtClean="0"/>
              <a:t>Áudio</a:t>
            </a:r>
          </a:p>
          <a:p>
            <a:pPr lvl="1"/>
            <a:r>
              <a:rPr lang="pt-BR" smtClean="0"/>
              <a:t>Imagem</a:t>
            </a:r>
          </a:p>
          <a:p>
            <a:r>
              <a:rPr lang="pt-BR" smtClean="0"/>
              <a:t>O formato mais  conhecido e o HTML  </a:t>
            </a:r>
          </a:p>
          <a:p>
            <a:pPr lvl="1"/>
            <a:endParaRPr lang="pt-BR" smtClean="0"/>
          </a:p>
          <a:p>
            <a:pPr lvl="1"/>
            <a:endParaRPr lang="pt-B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Paginas Dinâmicas</a:t>
            </a:r>
          </a:p>
        </p:txBody>
      </p:sp>
      <p:sp>
        <p:nvSpPr>
          <p:cNvPr id="17411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pt-BR" smtClean="0"/>
              <a:t>Páginas dinâmicas são páginas que integram a disseminação de conteúdo e a aplicação de linguagens de programação.</a:t>
            </a:r>
          </a:p>
          <a:p>
            <a:r>
              <a:rPr lang="pt-BR" smtClean="0"/>
              <a:t>Permitem a consulta a banco de dados, acesso a arquivos e integração com serviços</a:t>
            </a:r>
          </a:p>
          <a:p>
            <a:pPr lvl="1"/>
            <a:r>
              <a:rPr lang="pt-BR" smtClean="0"/>
              <a:t>PHP</a:t>
            </a:r>
          </a:p>
          <a:p>
            <a:pPr lvl="1"/>
            <a:r>
              <a:rPr lang="pt-BR" smtClean="0"/>
              <a:t>ASPX</a:t>
            </a:r>
          </a:p>
          <a:p>
            <a:pPr lvl="1"/>
            <a:r>
              <a:rPr lang="pt-BR" smtClean="0"/>
              <a:t>ASP</a:t>
            </a:r>
          </a:p>
          <a:p>
            <a:pPr lvl="1"/>
            <a:r>
              <a:rPr lang="pt-BR" smtClean="0"/>
              <a:t>JSP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Atividade 1</a:t>
            </a:r>
          </a:p>
        </p:txBody>
      </p:sp>
      <p:sp>
        <p:nvSpPr>
          <p:cNvPr id="18435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marL="514350" indent="-514350">
              <a:buFont typeface="Tw Cen MT" pitchFamily="34" charset="0"/>
              <a:buAutoNum type="arabicPeriod"/>
            </a:pPr>
            <a:endParaRPr lang="pt-BR" smtClean="0"/>
          </a:p>
          <a:p>
            <a:pPr marL="514350" indent="-514350">
              <a:buFont typeface="Tw Cen MT" pitchFamily="34" charset="0"/>
              <a:buAutoNum type="arabicPeriod"/>
            </a:pPr>
            <a:endParaRPr lang="pt-BR" smtClean="0"/>
          </a:p>
          <a:p>
            <a:pPr marL="514350" indent="-514350">
              <a:buFont typeface="Tw Cen MT" pitchFamily="34" charset="0"/>
              <a:buAutoNum type="arabicPeriod"/>
            </a:pPr>
            <a:r>
              <a:rPr lang="pt-BR" smtClean="0"/>
              <a:t>Descreva as motivações para o desenvolvimento de aplicações baseadas em internet ?</a:t>
            </a:r>
          </a:p>
          <a:p>
            <a:pPr marL="514350" indent="-514350">
              <a:buFont typeface="Tw Cen MT" pitchFamily="34" charset="0"/>
              <a:buAutoNum type="arabicPeriod"/>
            </a:pPr>
            <a:r>
              <a:rPr lang="pt-BR" smtClean="0"/>
              <a:t>Quais as funções de um servidor de aplicação?</a:t>
            </a:r>
          </a:p>
          <a:p>
            <a:pPr marL="514350" indent="-514350">
              <a:buFont typeface="Tw Cen MT" pitchFamily="34" charset="0"/>
              <a:buAutoNum type="arabicPeriod"/>
            </a:pPr>
            <a:r>
              <a:rPr lang="pt-BR" smtClean="0"/>
              <a:t>Assunto do e-mail: PW01-2014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Aspecto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Aspecto">
    <a:dk1>
      <a:sysClr val="windowText" lastClr="000000"/>
    </a:dk1>
    <a:lt1>
      <a:sysClr val="window" lastClr="FFFFFF"/>
    </a:lt1>
    <a:dk2>
      <a:srgbClr val="323232"/>
    </a:dk2>
    <a:lt2>
      <a:srgbClr val="E3DED1"/>
    </a:lt2>
    <a:accent1>
      <a:srgbClr val="F07F09"/>
    </a:accent1>
    <a:accent2>
      <a:srgbClr val="9F2936"/>
    </a:accent2>
    <a:accent3>
      <a:srgbClr val="1B587C"/>
    </a:accent3>
    <a:accent4>
      <a:srgbClr val="4E8542"/>
    </a:accent4>
    <a:accent5>
      <a:srgbClr val="604878"/>
    </a:accent5>
    <a:accent6>
      <a:srgbClr val="C19859"/>
    </a:accent6>
    <a:hlink>
      <a:srgbClr val="6B9F25"/>
    </a:hlink>
    <a:folHlink>
      <a:srgbClr val="B26B0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224</TotalTime>
  <Words>247</Words>
  <Application>Microsoft Office PowerPoint</Application>
  <PresentationFormat>Apresentação na tela (4:3)</PresentationFormat>
  <Paragraphs>51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1" baseType="lpstr">
      <vt:lpstr>Mediano</vt:lpstr>
      <vt:lpstr>Ferramentas de Desenvolvimento WEB</vt:lpstr>
      <vt:lpstr>O que é ?</vt:lpstr>
      <vt:lpstr>Motivações </vt:lpstr>
      <vt:lpstr>Historia</vt:lpstr>
      <vt:lpstr>Historia</vt:lpstr>
      <vt:lpstr>Topologia</vt:lpstr>
      <vt:lpstr>Servidor de Aplicação</vt:lpstr>
      <vt:lpstr>Paginas Estáticas</vt:lpstr>
      <vt:lpstr>Paginas Dinâmicas</vt:lpstr>
      <vt:lpstr>Atividade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Programação de Dispositivos Moveis</dc:title>
  <dc:creator>nglaser</dc:creator>
  <cp:lastModifiedBy>Fatec</cp:lastModifiedBy>
  <cp:revision>29</cp:revision>
  <dcterms:created xsi:type="dcterms:W3CDTF">2013-02-08T17:26:03Z</dcterms:created>
  <dcterms:modified xsi:type="dcterms:W3CDTF">2014-07-29T23:15:31Z</dcterms:modified>
</cp:coreProperties>
</file>